
<file path=[Content_Types].xml><?xml version="1.0" encoding="utf-8"?>
<Types xmlns="http://schemas.openxmlformats.org/package/2006/content-types">
  <Default Extension="jpeg" ContentType="image/jpeg"/>
  <Default Extension="m4a" ContentType="audi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4" r:id="rId1"/>
  </p:sldMasterIdLst>
  <p:notesMasterIdLst>
    <p:notesMasterId r:id="rId85"/>
  </p:notesMasterIdLst>
  <p:sldIdLst>
    <p:sldId id="256" r:id="rId2"/>
    <p:sldId id="267" r:id="rId3"/>
    <p:sldId id="367" r:id="rId4"/>
    <p:sldId id="370" r:id="rId5"/>
    <p:sldId id="268" r:id="rId6"/>
    <p:sldId id="371" r:id="rId7"/>
    <p:sldId id="269" r:id="rId8"/>
    <p:sldId id="270" r:id="rId9"/>
    <p:sldId id="359" r:id="rId10"/>
    <p:sldId id="360" r:id="rId11"/>
    <p:sldId id="361" r:id="rId12"/>
    <p:sldId id="362" r:id="rId13"/>
    <p:sldId id="363" r:id="rId14"/>
    <p:sldId id="364" r:id="rId15"/>
    <p:sldId id="365" r:id="rId16"/>
    <p:sldId id="366" r:id="rId17"/>
    <p:sldId id="334" r:id="rId18"/>
    <p:sldId id="282" r:id="rId19"/>
    <p:sldId id="283" r:id="rId20"/>
    <p:sldId id="286" r:id="rId21"/>
    <p:sldId id="287" r:id="rId22"/>
    <p:sldId id="288" r:id="rId23"/>
    <p:sldId id="289" r:id="rId24"/>
    <p:sldId id="290" r:id="rId25"/>
    <p:sldId id="335" r:id="rId26"/>
    <p:sldId id="291" r:id="rId27"/>
    <p:sldId id="336" r:id="rId28"/>
    <p:sldId id="293" r:id="rId29"/>
    <p:sldId id="292" r:id="rId30"/>
    <p:sldId id="298" r:id="rId31"/>
    <p:sldId id="296" r:id="rId32"/>
    <p:sldId id="295" r:id="rId33"/>
    <p:sldId id="341" r:id="rId34"/>
    <p:sldId id="342" r:id="rId35"/>
    <p:sldId id="343" r:id="rId36"/>
    <p:sldId id="344" r:id="rId37"/>
    <p:sldId id="300" r:id="rId38"/>
    <p:sldId id="315" r:id="rId39"/>
    <p:sldId id="301" r:id="rId40"/>
    <p:sldId id="303" r:id="rId41"/>
    <p:sldId id="304" r:id="rId42"/>
    <p:sldId id="306" r:id="rId43"/>
    <p:sldId id="308" r:id="rId44"/>
    <p:sldId id="309" r:id="rId45"/>
    <p:sldId id="316" r:id="rId46"/>
    <p:sldId id="307" r:id="rId47"/>
    <p:sldId id="310" r:id="rId48"/>
    <p:sldId id="312" r:id="rId49"/>
    <p:sldId id="313" r:id="rId50"/>
    <p:sldId id="314" r:id="rId51"/>
    <p:sldId id="318" r:id="rId52"/>
    <p:sldId id="319" r:id="rId53"/>
    <p:sldId id="320" r:id="rId54"/>
    <p:sldId id="321" r:id="rId55"/>
    <p:sldId id="322" r:id="rId56"/>
    <p:sldId id="328" r:id="rId57"/>
    <p:sldId id="323" r:id="rId58"/>
    <p:sldId id="324" r:id="rId59"/>
    <p:sldId id="326" r:id="rId60"/>
    <p:sldId id="327" r:id="rId61"/>
    <p:sldId id="329" r:id="rId62"/>
    <p:sldId id="330" r:id="rId63"/>
    <p:sldId id="332" r:id="rId64"/>
    <p:sldId id="337" r:id="rId65"/>
    <p:sldId id="338" r:id="rId66"/>
    <p:sldId id="339" r:id="rId67"/>
    <p:sldId id="340" r:id="rId68"/>
    <p:sldId id="345" r:id="rId69"/>
    <p:sldId id="346" r:id="rId70"/>
    <p:sldId id="347" r:id="rId71"/>
    <p:sldId id="348" r:id="rId72"/>
    <p:sldId id="349" r:id="rId73"/>
    <p:sldId id="350" r:id="rId74"/>
    <p:sldId id="351" r:id="rId75"/>
    <p:sldId id="352" r:id="rId76"/>
    <p:sldId id="353" r:id="rId77"/>
    <p:sldId id="354" r:id="rId78"/>
    <p:sldId id="355" r:id="rId79"/>
    <p:sldId id="356" r:id="rId80"/>
    <p:sldId id="357" r:id="rId81"/>
    <p:sldId id="358" r:id="rId82"/>
    <p:sldId id="368" r:id="rId83"/>
    <p:sldId id="369" r:id="rId84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6" d="100"/>
          <a:sy n="106" d="100"/>
        </p:scale>
        <p:origin x="64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tableStyles" Target="tableStyle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microsoft.com/office/2016/11/relationships/changesInfo" Target="changesInfos/changesInfo1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viewProps" Target="viewProp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Игорь Александрович Бессмертный" userId="4f489ec6-c9ca-4727-b2ff-e9e7b63d68f3" providerId="ADAL" clId="{2FEC963F-B935-4616-9F8D-F392EBEC3411}"/>
    <pc:docChg chg="modSld">
      <pc:chgData name="Игорь Александрович Бессмертный" userId="4f489ec6-c9ca-4727-b2ff-e9e7b63d68f3" providerId="ADAL" clId="{2FEC963F-B935-4616-9F8D-F392EBEC3411}" dt="2025-09-01T14:26:03.036" v="0" actId="20577"/>
      <pc:docMkLst>
        <pc:docMk/>
      </pc:docMkLst>
      <pc:sldChg chg="modSp mod">
        <pc:chgData name="Игорь Александрович Бессмертный" userId="4f489ec6-c9ca-4727-b2ff-e9e7b63d68f3" providerId="ADAL" clId="{2FEC963F-B935-4616-9F8D-F392EBEC3411}" dt="2025-09-01T14:26:03.036" v="0" actId="20577"/>
        <pc:sldMkLst>
          <pc:docMk/>
          <pc:sldMk cId="0" sldId="256"/>
        </pc:sldMkLst>
        <pc:spChg chg="mod">
          <ac:chgData name="Игорь Александрович Бессмертный" userId="4f489ec6-c9ca-4727-b2ff-e9e7b63d68f3" providerId="ADAL" clId="{2FEC963F-B935-4616-9F8D-F392EBEC3411}" dt="2025-09-01T14:26:03.036" v="0" actId="20577"/>
          <ac:spMkLst>
            <pc:docMk/>
            <pc:sldMk cId="0" sldId="256"/>
            <ac:spMk id="2" creationId="{00000000-0000-0000-0000-000000000000}"/>
          </ac:spMkLst>
        </pc:spChg>
      </pc:sldChg>
    </pc:docChg>
  </pc:docChgLst>
  <pc:docChgLst>
    <pc:chgData name="Бессмертный Игорь Александрович" userId="4f489ec6-c9ca-4727-b2ff-e9e7b63d68f3" providerId="ADAL" clId="{D69ABF80-3EA8-4D85-9958-18609358658E}"/>
    <pc:docChg chg="custSel addSld modSld sldOrd">
      <pc:chgData name="Бессмертный Игорь Александрович" userId="4f489ec6-c9ca-4727-b2ff-e9e7b63d68f3" providerId="ADAL" clId="{D69ABF80-3EA8-4D85-9958-18609358658E}" dt="2024-09-05T13:31:10.938" v="98" actId="1076"/>
      <pc:docMkLst>
        <pc:docMk/>
      </pc:docMkLst>
      <pc:sldChg chg="modSp add mod">
        <pc:chgData name="Бессмертный Игорь Александрович" userId="4f489ec6-c9ca-4727-b2ff-e9e7b63d68f3" providerId="ADAL" clId="{D69ABF80-3EA8-4D85-9958-18609358658E}" dt="2024-09-05T13:31:10.938" v="98" actId="1076"/>
        <pc:sldMkLst>
          <pc:docMk/>
          <pc:sldMk cId="0" sldId="256"/>
        </pc:sldMkLst>
        <pc:spChg chg="mod">
          <ac:chgData name="Бессмертный Игорь Александрович" userId="4f489ec6-c9ca-4727-b2ff-e9e7b63d68f3" providerId="ADAL" clId="{D69ABF80-3EA8-4D85-9958-18609358658E}" dt="2024-09-05T13:29:12.822" v="61" actId="20577"/>
          <ac:spMkLst>
            <pc:docMk/>
            <pc:sldMk cId="0" sldId="256"/>
            <ac:spMk id="2" creationId="{00000000-0000-0000-0000-000000000000}"/>
          </ac:spMkLst>
        </pc:spChg>
        <pc:spChg chg="mod">
          <ac:chgData name="Бессмертный Игорь Александрович" userId="4f489ec6-c9ca-4727-b2ff-e9e7b63d68f3" providerId="ADAL" clId="{D69ABF80-3EA8-4D85-9958-18609358658E}" dt="2024-09-05T13:31:10.938" v="98" actId="1076"/>
          <ac:spMkLst>
            <pc:docMk/>
            <pc:sldMk cId="0" sldId="256"/>
            <ac:spMk id="3" creationId="{00000000-0000-0000-0000-000000000000}"/>
          </ac:spMkLst>
        </pc:spChg>
        <pc:spChg chg="mod">
          <ac:chgData name="Бессмертный Игорь Александрович" userId="4f489ec6-c9ca-4727-b2ff-e9e7b63d68f3" providerId="ADAL" clId="{D69ABF80-3EA8-4D85-9958-18609358658E}" dt="2024-09-05T13:30:04.558" v="78"/>
          <ac:spMkLst>
            <pc:docMk/>
            <pc:sldMk cId="0" sldId="256"/>
            <ac:spMk id="4" creationId="{00000000-0000-0000-0000-000000000000}"/>
          </ac:spMkLst>
        </pc:spChg>
      </pc:sldChg>
      <pc:sldChg chg="modSp mod">
        <pc:chgData name="Бессмертный Игорь Александрович" userId="4f489ec6-c9ca-4727-b2ff-e9e7b63d68f3" providerId="ADAL" clId="{D69ABF80-3EA8-4D85-9958-18609358658E}" dt="2024-09-05T13:30:04.558" v="78"/>
        <pc:sldMkLst>
          <pc:docMk/>
          <pc:sldMk cId="0" sldId="267"/>
        </pc:sldMkLst>
        <pc:spChg chg="mod">
          <ac:chgData name="Бессмертный Игорь Александрович" userId="4f489ec6-c9ca-4727-b2ff-e9e7b63d68f3" providerId="ADAL" clId="{D69ABF80-3EA8-4D85-9958-18609358658E}" dt="2024-09-05T13:30:04.558" v="78"/>
          <ac:spMkLst>
            <pc:docMk/>
            <pc:sldMk cId="0" sldId="267"/>
            <ac:spMk id="2" creationId="{00000000-0000-0000-0000-000000000000}"/>
          </ac:spMkLst>
        </pc:spChg>
        <pc:spChg chg="mod">
          <ac:chgData name="Бессмертный Игорь Александрович" userId="4f489ec6-c9ca-4727-b2ff-e9e7b63d68f3" providerId="ADAL" clId="{D69ABF80-3EA8-4D85-9958-18609358658E}" dt="2024-09-05T13:29:35.206" v="65" actId="27636"/>
          <ac:spMkLst>
            <pc:docMk/>
            <pc:sldMk cId="0" sldId="267"/>
            <ac:spMk id="3" creationId="{00000000-0000-0000-0000-000000000000}"/>
          </ac:spMkLst>
        </pc:spChg>
      </pc:sldChg>
      <pc:sldChg chg="modSp">
        <pc:chgData name="Бессмертный Игорь Александрович" userId="4f489ec6-c9ca-4727-b2ff-e9e7b63d68f3" providerId="ADAL" clId="{D69ABF80-3EA8-4D85-9958-18609358658E}" dt="2024-09-05T13:30:04.558" v="78"/>
        <pc:sldMkLst>
          <pc:docMk/>
          <pc:sldMk cId="0" sldId="268"/>
        </pc:sldMkLst>
        <pc:spChg chg="mod">
          <ac:chgData name="Бессмертный Игорь Александрович" userId="4f489ec6-c9ca-4727-b2ff-e9e7b63d68f3" providerId="ADAL" clId="{D69ABF80-3EA8-4D85-9958-18609358658E}" dt="2024-09-05T13:30:04.558" v="78"/>
          <ac:spMkLst>
            <pc:docMk/>
            <pc:sldMk cId="0" sldId="268"/>
            <ac:spMk id="2" creationId="{00000000-0000-0000-0000-000000000000}"/>
          </ac:spMkLst>
        </pc:spChg>
      </pc:sldChg>
      <pc:sldChg chg="modSp">
        <pc:chgData name="Бессмертный Игорь Александрович" userId="4f489ec6-c9ca-4727-b2ff-e9e7b63d68f3" providerId="ADAL" clId="{D69ABF80-3EA8-4D85-9958-18609358658E}" dt="2024-09-05T13:30:04.558" v="78"/>
        <pc:sldMkLst>
          <pc:docMk/>
          <pc:sldMk cId="0" sldId="269"/>
        </pc:sldMkLst>
        <pc:spChg chg="mod">
          <ac:chgData name="Бессмертный Игорь Александрович" userId="4f489ec6-c9ca-4727-b2ff-e9e7b63d68f3" providerId="ADAL" clId="{D69ABF80-3EA8-4D85-9958-18609358658E}" dt="2024-09-05T13:30:04.558" v="78"/>
          <ac:spMkLst>
            <pc:docMk/>
            <pc:sldMk cId="0" sldId="269"/>
            <ac:spMk id="2" creationId="{00000000-0000-0000-0000-000000000000}"/>
          </ac:spMkLst>
        </pc:spChg>
      </pc:sldChg>
      <pc:sldChg chg="modSp">
        <pc:chgData name="Бессмертный Игорь Александрович" userId="4f489ec6-c9ca-4727-b2ff-e9e7b63d68f3" providerId="ADAL" clId="{D69ABF80-3EA8-4D85-9958-18609358658E}" dt="2024-09-05T13:30:04.558" v="78"/>
        <pc:sldMkLst>
          <pc:docMk/>
          <pc:sldMk cId="0" sldId="270"/>
        </pc:sldMkLst>
        <pc:spChg chg="mod">
          <ac:chgData name="Бессмертный Игорь Александрович" userId="4f489ec6-c9ca-4727-b2ff-e9e7b63d68f3" providerId="ADAL" clId="{D69ABF80-3EA8-4D85-9958-18609358658E}" dt="2024-09-05T13:30:04.558" v="78"/>
          <ac:spMkLst>
            <pc:docMk/>
            <pc:sldMk cId="0" sldId="270"/>
            <ac:spMk id="2" creationId="{00000000-0000-0000-0000-000000000000}"/>
          </ac:spMkLst>
        </pc:spChg>
        <pc:spChg chg="mod">
          <ac:chgData name="Бессмертный Игорь Александрович" userId="4f489ec6-c9ca-4727-b2ff-e9e7b63d68f3" providerId="ADAL" clId="{D69ABF80-3EA8-4D85-9958-18609358658E}" dt="2024-09-05T13:30:04.558" v="78"/>
          <ac:spMkLst>
            <pc:docMk/>
            <pc:sldMk cId="0" sldId="270"/>
            <ac:spMk id="5" creationId="{00000000-0000-0000-0000-000000000000}"/>
          </ac:spMkLst>
        </pc:spChg>
      </pc:sldChg>
      <pc:sldChg chg="modSp">
        <pc:chgData name="Бессмертный Игорь Александрович" userId="4f489ec6-c9ca-4727-b2ff-e9e7b63d68f3" providerId="ADAL" clId="{D69ABF80-3EA8-4D85-9958-18609358658E}" dt="2024-09-05T13:30:04.558" v="78"/>
        <pc:sldMkLst>
          <pc:docMk/>
          <pc:sldMk cId="0" sldId="282"/>
        </pc:sldMkLst>
        <pc:spChg chg="mod">
          <ac:chgData name="Бессмертный Игорь Александрович" userId="4f489ec6-c9ca-4727-b2ff-e9e7b63d68f3" providerId="ADAL" clId="{D69ABF80-3EA8-4D85-9958-18609358658E}" dt="2024-09-05T13:30:04.558" v="78"/>
          <ac:spMkLst>
            <pc:docMk/>
            <pc:sldMk cId="0" sldId="282"/>
            <ac:spMk id="2" creationId="{00000000-0000-0000-0000-000000000000}"/>
          </ac:spMkLst>
        </pc:spChg>
      </pc:sldChg>
      <pc:sldChg chg="modSp">
        <pc:chgData name="Бессмертный Игорь Александрович" userId="4f489ec6-c9ca-4727-b2ff-e9e7b63d68f3" providerId="ADAL" clId="{D69ABF80-3EA8-4D85-9958-18609358658E}" dt="2024-09-05T13:30:04.558" v="78"/>
        <pc:sldMkLst>
          <pc:docMk/>
          <pc:sldMk cId="0" sldId="283"/>
        </pc:sldMkLst>
        <pc:spChg chg="mod">
          <ac:chgData name="Бессмертный Игорь Александрович" userId="4f489ec6-c9ca-4727-b2ff-e9e7b63d68f3" providerId="ADAL" clId="{D69ABF80-3EA8-4D85-9958-18609358658E}" dt="2024-09-05T13:30:04.558" v="78"/>
          <ac:spMkLst>
            <pc:docMk/>
            <pc:sldMk cId="0" sldId="283"/>
            <ac:spMk id="2" creationId="{00000000-0000-0000-0000-000000000000}"/>
          </ac:spMkLst>
        </pc:spChg>
      </pc:sldChg>
      <pc:sldChg chg="modSp">
        <pc:chgData name="Бессмертный Игорь Александрович" userId="4f489ec6-c9ca-4727-b2ff-e9e7b63d68f3" providerId="ADAL" clId="{D69ABF80-3EA8-4D85-9958-18609358658E}" dt="2024-09-05T13:30:04.558" v="78"/>
        <pc:sldMkLst>
          <pc:docMk/>
          <pc:sldMk cId="0" sldId="286"/>
        </pc:sldMkLst>
        <pc:spChg chg="mod">
          <ac:chgData name="Бессмертный Игорь Александрович" userId="4f489ec6-c9ca-4727-b2ff-e9e7b63d68f3" providerId="ADAL" clId="{D69ABF80-3EA8-4D85-9958-18609358658E}" dt="2024-09-05T13:30:04.558" v="78"/>
          <ac:spMkLst>
            <pc:docMk/>
            <pc:sldMk cId="0" sldId="286"/>
            <ac:spMk id="2" creationId="{00000000-0000-0000-0000-000000000000}"/>
          </ac:spMkLst>
        </pc:spChg>
      </pc:sldChg>
      <pc:sldChg chg="modSp">
        <pc:chgData name="Бессмертный Игорь Александрович" userId="4f489ec6-c9ca-4727-b2ff-e9e7b63d68f3" providerId="ADAL" clId="{D69ABF80-3EA8-4D85-9958-18609358658E}" dt="2024-09-05T13:30:04.558" v="78"/>
        <pc:sldMkLst>
          <pc:docMk/>
          <pc:sldMk cId="0" sldId="287"/>
        </pc:sldMkLst>
        <pc:spChg chg="mod">
          <ac:chgData name="Бессмертный Игорь Александрович" userId="4f489ec6-c9ca-4727-b2ff-e9e7b63d68f3" providerId="ADAL" clId="{D69ABF80-3EA8-4D85-9958-18609358658E}" dt="2024-09-05T13:30:04.558" v="78"/>
          <ac:spMkLst>
            <pc:docMk/>
            <pc:sldMk cId="0" sldId="287"/>
            <ac:spMk id="2" creationId="{00000000-0000-0000-0000-000000000000}"/>
          </ac:spMkLst>
        </pc:spChg>
      </pc:sldChg>
      <pc:sldChg chg="modSp">
        <pc:chgData name="Бессмертный Игорь Александрович" userId="4f489ec6-c9ca-4727-b2ff-e9e7b63d68f3" providerId="ADAL" clId="{D69ABF80-3EA8-4D85-9958-18609358658E}" dt="2024-09-05T13:30:04.558" v="78"/>
        <pc:sldMkLst>
          <pc:docMk/>
          <pc:sldMk cId="0" sldId="288"/>
        </pc:sldMkLst>
        <pc:spChg chg="mod">
          <ac:chgData name="Бессмертный Игорь Александрович" userId="4f489ec6-c9ca-4727-b2ff-e9e7b63d68f3" providerId="ADAL" clId="{D69ABF80-3EA8-4D85-9958-18609358658E}" dt="2024-09-05T13:30:04.558" v="78"/>
          <ac:spMkLst>
            <pc:docMk/>
            <pc:sldMk cId="0" sldId="288"/>
            <ac:spMk id="2" creationId="{00000000-0000-0000-0000-000000000000}"/>
          </ac:spMkLst>
        </pc:spChg>
      </pc:sldChg>
      <pc:sldChg chg="modSp">
        <pc:chgData name="Бессмертный Игорь Александрович" userId="4f489ec6-c9ca-4727-b2ff-e9e7b63d68f3" providerId="ADAL" clId="{D69ABF80-3EA8-4D85-9958-18609358658E}" dt="2024-09-05T13:30:04.558" v="78"/>
        <pc:sldMkLst>
          <pc:docMk/>
          <pc:sldMk cId="0" sldId="289"/>
        </pc:sldMkLst>
        <pc:spChg chg="mod">
          <ac:chgData name="Бессмертный Игорь Александрович" userId="4f489ec6-c9ca-4727-b2ff-e9e7b63d68f3" providerId="ADAL" clId="{D69ABF80-3EA8-4D85-9958-18609358658E}" dt="2024-09-05T13:30:04.558" v="78"/>
          <ac:spMkLst>
            <pc:docMk/>
            <pc:sldMk cId="0" sldId="289"/>
            <ac:spMk id="2" creationId="{00000000-0000-0000-0000-000000000000}"/>
          </ac:spMkLst>
        </pc:spChg>
      </pc:sldChg>
      <pc:sldChg chg="modSp">
        <pc:chgData name="Бессмертный Игорь Александрович" userId="4f489ec6-c9ca-4727-b2ff-e9e7b63d68f3" providerId="ADAL" clId="{D69ABF80-3EA8-4D85-9958-18609358658E}" dt="2024-09-05T13:30:04.558" v="78"/>
        <pc:sldMkLst>
          <pc:docMk/>
          <pc:sldMk cId="0" sldId="290"/>
        </pc:sldMkLst>
        <pc:spChg chg="mod">
          <ac:chgData name="Бессмертный Игорь Александрович" userId="4f489ec6-c9ca-4727-b2ff-e9e7b63d68f3" providerId="ADAL" clId="{D69ABF80-3EA8-4D85-9958-18609358658E}" dt="2024-09-05T13:30:04.558" v="78"/>
          <ac:spMkLst>
            <pc:docMk/>
            <pc:sldMk cId="0" sldId="290"/>
            <ac:spMk id="2" creationId="{00000000-0000-0000-0000-000000000000}"/>
          </ac:spMkLst>
        </pc:spChg>
      </pc:sldChg>
      <pc:sldChg chg="modSp">
        <pc:chgData name="Бессмертный Игорь Александрович" userId="4f489ec6-c9ca-4727-b2ff-e9e7b63d68f3" providerId="ADAL" clId="{D69ABF80-3EA8-4D85-9958-18609358658E}" dt="2024-09-05T13:30:04.558" v="78"/>
        <pc:sldMkLst>
          <pc:docMk/>
          <pc:sldMk cId="0" sldId="291"/>
        </pc:sldMkLst>
        <pc:spChg chg="mod">
          <ac:chgData name="Бессмертный Игорь Александрович" userId="4f489ec6-c9ca-4727-b2ff-e9e7b63d68f3" providerId="ADAL" clId="{D69ABF80-3EA8-4D85-9958-18609358658E}" dt="2024-09-05T13:30:04.558" v="78"/>
          <ac:spMkLst>
            <pc:docMk/>
            <pc:sldMk cId="0" sldId="291"/>
            <ac:spMk id="2" creationId="{00000000-0000-0000-0000-000000000000}"/>
          </ac:spMkLst>
        </pc:spChg>
      </pc:sldChg>
      <pc:sldChg chg="modSp">
        <pc:chgData name="Бессмертный Игорь Александрович" userId="4f489ec6-c9ca-4727-b2ff-e9e7b63d68f3" providerId="ADAL" clId="{D69ABF80-3EA8-4D85-9958-18609358658E}" dt="2024-09-05T13:30:04.558" v="78"/>
        <pc:sldMkLst>
          <pc:docMk/>
          <pc:sldMk cId="0" sldId="292"/>
        </pc:sldMkLst>
        <pc:spChg chg="mod">
          <ac:chgData name="Бессмертный Игорь Александрович" userId="4f489ec6-c9ca-4727-b2ff-e9e7b63d68f3" providerId="ADAL" clId="{D69ABF80-3EA8-4D85-9958-18609358658E}" dt="2024-09-05T13:30:04.558" v="78"/>
          <ac:spMkLst>
            <pc:docMk/>
            <pc:sldMk cId="0" sldId="292"/>
            <ac:spMk id="2" creationId="{00000000-0000-0000-0000-000000000000}"/>
          </ac:spMkLst>
        </pc:spChg>
      </pc:sldChg>
      <pc:sldChg chg="modSp">
        <pc:chgData name="Бессмертный Игорь Александрович" userId="4f489ec6-c9ca-4727-b2ff-e9e7b63d68f3" providerId="ADAL" clId="{D69ABF80-3EA8-4D85-9958-18609358658E}" dt="2024-09-05T13:30:04.558" v="78"/>
        <pc:sldMkLst>
          <pc:docMk/>
          <pc:sldMk cId="0" sldId="293"/>
        </pc:sldMkLst>
        <pc:spChg chg="mod">
          <ac:chgData name="Бессмертный Игорь Александрович" userId="4f489ec6-c9ca-4727-b2ff-e9e7b63d68f3" providerId="ADAL" clId="{D69ABF80-3EA8-4D85-9958-18609358658E}" dt="2024-09-05T13:30:04.558" v="78"/>
          <ac:spMkLst>
            <pc:docMk/>
            <pc:sldMk cId="0" sldId="293"/>
            <ac:spMk id="2" creationId="{00000000-0000-0000-0000-000000000000}"/>
          </ac:spMkLst>
        </pc:spChg>
      </pc:sldChg>
      <pc:sldChg chg="modSp mod">
        <pc:chgData name="Бессмертный Игорь Александрович" userId="4f489ec6-c9ca-4727-b2ff-e9e7b63d68f3" providerId="ADAL" clId="{D69ABF80-3EA8-4D85-9958-18609358658E}" dt="2024-09-05T13:30:04.558" v="78"/>
        <pc:sldMkLst>
          <pc:docMk/>
          <pc:sldMk cId="0" sldId="295"/>
        </pc:sldMkLst>
        <pc:spChg chg="mod">
          <ac:chgData name="Бессмертный Игорь Александрович" userId="4f489ec6-c9ca-4727-b2ff-e9e7b63d68f3" providerId="ADAL" clId="{D69ABF80-3EA8-4D85-9958-18609358658E}" dt="2024-09-05T13:30:04.558" v="78"/>
          <ac:spMkLst>
            <pc:docMk/>
            <pc:sldMk cId="0" sldId="295"/>
            <ac:spMk id="2" creationId="{00000000-0000-0000-0000-000000000000}"/>
          </ac:spMkLst>
        </pc:spChg>
        <pc:spChg chg="mod">
          <ac:chgData name="Бессмертный Игорь Александрович" userId="4f489ec6-c9ca-4727-b2ff-e9e7b63d68f3" providerId="ADAL" clId="{D69ABF80-3EA8-4D85-9958-18609358658E}" dt="2024-09-05T13:29:35.252" v="68" actId="27636"/>
          <ac:spMkLst>
            <pc:docMk/>
            <pc:sldMk cId="0" sldId="295"/>
            <ac:spMk id="3" creationId="{00000000-0000-0000-0000-000000000000}"/>
          </ac:spMkLst>
        </pc:spChg>
      </pc:sldChg>
      <pc:sldChg chg="modSp">
        <pc:chgData name="Бессмертный Игорь Александрович" userId="4f489ec6-c9ca-4727-b2ff-e9e7b63d68f3" providerId="ADAL" clId="{D69ABF80-3EA8-4D85-9958-18609358658E}" dt="2024-09-05T13:30:04.558" v="78"/>
        <pc:sldMkLst>
          <pc:docMk/>
          <pc:sldMk cId="0" sldId="296"/>
        </pc:sldMkLst>
        <pc:spChg chg="mod">
          <ac:chgData name="Бессмертный Игорь Александрович" userId="4f489ec6-c9ca-4727-b2ff-e9e7b63d68f3" providerId="ADAL" clId="{D69ABF80-3EA8-4D85-9958-18609358658E}" dt="2024-09-05T13:30:04.558" v="78"/>
          <ac:spMkLst>
            <pc:docMk/>
            <pc:sldMk cId="0" sldId="296"/>
            <ac:spMk id="2" creationId="{00000000-0000-0000-0000-000000000000}"/>
          </ac:spMkLst>
        </pc:spChg>
      </pc:sldChg>
      <pc:sldChg chg="modSp">
        <pc:chgData name="Бессмертный Игорь Александрович" userId="4f489ec6-c9ca-4727-b2ff-e9e7b63d68f3" providerId="ADAL" clId="{D69ABF80-3EA8-4D85-9958-18609358658E}" dt="2024-09-05T13:30:04.558" v="78"/>
        <pc:sldMkLst>
          <pc:docMk/>
          <pc:sldMk cId="0" sldId="298"/>
        </pc:sldMkLst>
        <pc:spChg chg="mod">
          <ac:chgData name="Бессмертный Игорь Александрович" userId="4f489ec6-c9ca-4727-b2ff-e9e7b63d68f3" providerId="ADAL" clId="{D69ABF80-3EA8-4D85-9958-18609358658E}" dt="2024-09-05T13:30:04.558" v="78"/>
          <ac:spMkLst>
            <pc:docMk/>
            <pc:sldMk cId="0" sldId="298"/>
            <ac:spMk id="2" creationId="{00000000-0000-0000-0000-000000000000}"/>
          </ac:spMkLst>
        </pc:spChg>
      </pc:sldChg>
      <pc:sldChg chg="modSp">
        <pc:chgData name="Бессмертный Игорь Александрович" userId="4f489ec6-c9ca-4727-b2ff-e9e7b63d68f3" providerId="ADAL" clId="{D69ABF80-3EA8-4D85-9958-18609358658E}" dt="2024-09-05T13:30:04.558" v="78"/>
        <pc:sldMkLst>
          <pc:docMk/>
          <pc:sldMk cId="0" sldId="300"/>
        </pc:sldMkLst>
        <pc:spChg chg="mod">
          <ac:chgData name="Бессмертный Игорь Александрович" userId="4f489ec6-c9ca-4727-b2ff-e9e7b63d68f3" providerId="ADAL" clId="{D69ABF80-3EA8-4D85-9958-18609358658E}" dt="2024-09-05T13:30:04.558" v="78"/>
          <ac:spMkLst>
            <pc:docMk/>
            <pc:sldMk cId="0" sldId="300"/>
            <ac:spMk id="2" creationId="{00000000-0000-0000-0000-000000000000}"/>
          </ac:spMkLst>
        </pc:spChg>
        <pc:spChg chg="mod">
          <ac:chgData name="Бессмертный Игорь Александрович" userId="4f489ec6-c9ca-4727-b2ff-e9e7b63d68f3" providerId="ADAL" clId="{D69ABF80-3EA8-4D85-9958-18609358658E}" dt="2024-09-05T13:30:04.558" v="78"/>
          <ac:spMkLst>
            <pc:docMk/>
            <pc:sldMk cId="0" sldId="300"/>
            <ac:spMk id="4" creationId="{00000000-0000-0000-0000-000000000000}"/>
          </ac:spMkLst>
        </pc:spChg>
      </pc:sldChg>
      <pc:sldChg chg="modSp">
        <pc:chgData name="Бессмертный Игорь Александрович" userId="4f489ec6-c9ca-4727-b2ff-e9e7b63d68f3" providerId="ADAL" clId="{D69ABF80-3EA8-4D85-9958-18609358658E}" dt="2024-09-05T13:30:04.558" v="78"/>
        <pc:sldMkLst>
          <pc:docMk/>
          <pc:sldMk cId="0" sldId="301"/>
        </pc:sldMkLst>
        <pc:spChg chg="mod">
          <ac:chgData name="Бессмертный Игорь Александрович" userId="4f489ec6-c9ca-4727-b2ff-e9e7b63d68f3" providerId="ADAL" clId="{D69ABF80-3EA8-4D85-9958-18609358658E}" dt="2024-09-05T13:30:04.558" v="78"/>
          <ac:spMkLst>
            <pc:docMk/>
            <pc:sldMk cId="0" sldId="301"/>
            <ac:spMk id="2" creationId="{00000000-0000-0000-0000-000000000000}"/>
          </ac:spMkLst>
        </pc:spChg>
        <pc:spChg chg="mod">
          <ac:chgData name="Бессмертный Игорь Александрович" userId="4f489ec6-c9ca-4727-b2ff-e9e7b63d68f3" providerId="ADAL" clId="{D69ABF80-3EA8-4D85-9958-18609358658E}" dt="2024-09-05T13:30:04.558" v="78"/>
          <ac:spMkLst>
            <pc:docMk/>
            <pc:sldMk cId="0" sldId="301"/>
            <ac:spMk id="4" creationId="{00000000-0000-0000-0000-000000000000}"/>
          </ac:spMkLst>
        </pc:spChg>
      </pc:sldChg>
      <pc:sldChg chg="modSp">
        <pc:chgData name="Бессмертный Игорь Александрович" userId="4f489ec6-c9ca-4727-b2ff-e9e7b63d68f3" providerId="ADAL" clId="{D69ABF80-3EA8-4D85-9958-18609358658E}" dt="2024-09-05T13:30:04.558" v="78"/>
        <pc:sldMkLst>
          <pc:docMk/>
          <pc:sldMk cId="0" sldId="303"/>
        </pc:sldMkLst>
        <pc:spChg chg="mod">
          <ac:chgData name="Бессмертный Игорь Александрович" userId="4f489ec6-c9ca-4727-b2ff-e9e7b63d68f3" providerId="ADAL" clId="{D69ABF80-3EA8-4D85-9958-18609358658E}" dt="2024-09-05T13:30:04.558" v="78"/>
          <ac:spMkLst>
            <pc:docMk/>
            <pc:sldMk cId="0" sldId="303"/>
            <ac:spMk id="2" creationId="{00000000-0000-0000-0000-000000000000}"/>
          </ac:spMkLst>
        </pc:spChg>
        <pc:spChg chg="mod">
          <ac:chgData name="Бессмертный Игорь Александрович" userId="4f489ec6-c9ca-4727-b2ff-e9e7b63d68f3" providerId="ADAL" clId="{D69ABF80-3EA8-4D85-9958-18609358658E}" dt="2024-09-05T13:30:04.558" v="78"/>
          <ac:spMkLst>
            <pc:docMk/>
            <pc:sldMk cId="0" sldId="303"/>
            <ac:spMk id="4" creationId="{00000000-0000-0000-0000-000000000000}"/>
          </ac:spMkLst>
        </pc:spChg>
      </pc:sldChg>
      <pc:sldChg chg="modSp">
        <pc:chgData name="Бессмертный Игорь Александрович" userId="4f489ec6-c9ca-4727-b2ff-e9e7b63d68f3" providerId="ADAL" clId="{D69ABF80-3EA8-4D85-9958-18609358658E}" dt="2024-09-05T13:30:04.558" v="78"/>
        <pc:sldMkLst>
          <pc:docMk/>
          <pc:sldMk cId="0" sldId="304"/>
        </pc:sldMkLst>
        <pc:spChg chg="mod">
          <ac:chgData name="Бессмертный Игорь Александрович" userId="4f489ec6-c9ca-4727-b2ff-e9e7b63d68f3" providerId="ADAL" clId="{D69ABF80-3EA8-4D85-9958-18609358658E}" dt="2024-09-05T13:30:04.558" v="78"/>
          <ac:spMkLst>
            <pc:docMk/>
            <pc:sldMk cId="0" sldId="304"/>
            <ac:spMk id="2" creationId="{00000000-0000-0000-0000-000000000000}"/>
          </ac:spMkLst>
        </pc:spChg>
        <pc:spChg chg="mod">
          <ac:chgData name="Бессмертный Игорь Александрович" userId="4f489ec6-c9ca-4727-b2ff-e9e7b63d68f3" providerId="ADAL" clId="{D69ABF80-3EA8-4D85-9958-18609358658E}" dt="2024-09-05T13:30:04.558" v="78"/>
          <ac:spMkLst>
            <pc:docMk/>
            <pc:sldMk cId="0" sldId="304"/>
            <ac:spMk id="4" creationId="{00000000-0000-0000-0000-000000000000}"/>
          </ac:spMkLst>
        </pc:spChg>
      </pc:sldChg>
      <pc:sldChg chg="modSp">
        <pc:chgData name="Бессмертный Игорь Александрович" userId="4f489ec6-c9ca-4727-b2ff-e9e7b63d68f3" providerId="ADAL" clId="{D69ABF80-3EA8-4D85-9958-18609358658E}" dt="2024-09-05T13:30:04.558" v="78"/>
        <pc:sldMkLst>
          <pc:docMk/>
          <pc:sldMk cId="0" sldId="306"/>
        </pc:sldMkLst>
        <pc:spChg chg="mod">
          <ac:chgData name="Бессмертный Игорь Александрович" userId="4f489ec6-c9ca-4727-b2ff-e9e7b63d68f3" providerId="ADAL" clId="{D69ABF80-3EA8-4D85-9958-18609358658E}" dt="2024-09-05T13:30:04.558" v="78"/>
          <ac:spMkLst>
            <pc:docMk/>
            <pc:sldMk cId="0" sldId="306"/>
            <ac:spMk id="2" creationId="{00000000-0000-0000-0000-000000000000}"/>
          </ac:spMkLst>
        </pc:spChg>
        <pc:spChg chg="mod">
          <ac:chgData name="Бессмертный Игорь Александрович" userId="4f489ec6-c9ca-4727-b2ff-e9e7b63d68f3" providerId="ADAL" clId="{D69ABF80-3EA8-4D85-9958-18609358658E}" dt="2024-09-05T13:30:04.558" v="78"/>
          <ac:spMkLst>
            <pc:docMk/>
            <pc:sldMk cId="0" sldId="306"/>
            <ac:spMk id="4" creationId="{00000000-0000-0000-0000-000000000000}"/>
          </ac:spMkLst>
        </pc:spChg>
      </pc:sldChg>
      <pc:sldChg chg="modSp">
        <pc:chgData name="Бессмертный Игорь Александрович" userId="4f489ec6-c9ca-4727-b2ff-e9e7b63d68f3" providerId="ADAL" clId="{D69ABF80-3EA8-4D85-9958-18609358658E}" dt="2024-09-05T13:30:04.558" v="78"/>
        <pc:sldMkLst>
          <pc:docMk/>
          <pc:sldMk cId="0" sldId="307"/>
        </pc:sldMkLst>
        <pc:spChg chg="mod">
          <ac:chgData name="Бессмертный Игорь Александрович" userId="4f489ec6-c9ca-4727-b2ff-e9e7b63d68f3" providerId="ADAL" clId="{D69ABF80-3EA8-4D85-9958-18609358658E}" dt="2024-09-05T13:30:04.558" v="78"/>
          <ac:spMkLst>
            <pc:docMk/>
            <pc:sldMk cId="0" sldId="307"/>
            <ac:spMk id="2" creationId="{00000000-0000-0000-0000-000000000000}"/>
          </ac:spMkLst>
        </pc:spChg>
        <pc:spChg chg="mod">
          <ac:chgData name="Бессмертный Игорь Александрович" userId="4f489ec6-c9ca-4727-b2ff-e9e7b63d68f3" providerId="ADAL" clId="{D69ABF80-3EA8-4D85-9958-18609358658E}" dt="2024-09-05T13:30:04.558" v="78"/>
          <ac:spMkLst>
            <pc:docMk/>
            <pc:sldMk cId="0" sldId="307"/>
            <ac:spMk id="4" creationId="{00000000-0000-0000-0000-000000000000}"/>
          </ac:spMkLst>
        </pc:spChg>
      </pc:sldChg>
      <pc:sldChg chg="modSp">
        <pc:chgData name="Бессмертный Игорь Александрович" userId="4f489ec6-c9ca-4727-b2ff-e9e7b63d68f3" providerId="ADAL" clId="{D69ABF80-3EA8-4D85-9958-18609358658E}" dt="2024-09-05T13:30:04.558" v="78"/>
        <pc:sldMkLst>
          <pc:docMk/>
          <pc:sldMk cId="0" sldId="308"/>
        </pc:sldMkLst>
        <pc:spChg chg="mod">
          <ac:chgData name="Бессмертный Игорь Александрович" userId="4f489ec6-c9ca-4727-b2ff-e9e7b63d68f3" providerId="ADAL" clId="{D69ABF80-3EA8-4D85-9958-18609358658E}" dt="2024-09-05T13:30:04.558" v="78"/>
          <ac:spMkLst>
            <pc:docMk/>
            <pc:sldMk cId="0" sldId="308"/>
            <ac:spMk id="2" creationId="{00000000-0000-0000-0000-000000000000}"/>
          </ac:spMkLst>
        </pc:spChg>
      </pc:sldChg>
      <pc:sldChg chg="modSp">
        <pc:chgData name="Бессмертный Игорь Александрович" userId="4f489ec6-c9ca-4727-b2ff-e9e7b63d68f3" providerId="ADAL" clId="{D69ABF80-3EA8-4D85-9958-18609358658E}" dt="2024-09-05T13:30:04.558" v="78"/>
        <pc:sldMkLst>
          <pc:docMk/>
          <pc:sldMk cId="0" sldId="309"/>
        </pc:sldMkLst>
        <pc:spChg chg="mod">
          <ac:chgData name="Бессмертный Игорь Александрович" userId="4f489ec6-c9ca-4727-b2ff-e9e7b63d68f3" providerId="ADAL" clId="{D69ABF80-3EA8-4D85-9958-18609358658E}" dt="2024-09-05T13:30:04.558" v="78"/>
          <ac:spMkLst>
            <pc:docMk/>
            <pc:sldMk cId="0" sldId="309"/>
            <ac:spMk id="2" creationId="{00000000-0000-0000-0000-000000000000}"/>
          </ac:spMkLst>
        </pc:spChg>
      </pc:sldChg>
      <pc:sldChg chg="modSp">
        <pc:chgData name="Бессмертный Игорь Александрович" userId="4f489ec6-c9ca-4727-b2ff-e9e7b63d68f3" providerId="ADAL" clId="{D69ABF80-3EA8-4D85-9958-18609358658E}" dt="2024-09-05T13:30:04.558" v="78"/>
        <pc:sldMkLst>
          <pc:docMk/>
          <pc:sldMk cId="0" sldId="310"/>
        </pc:sldMkLst>
        <pc:spChg chg="mod">
          <ac:chgData name="Бессмертный Игорь Александрович" userId="4f489ec6-c9ca-4727-b2ff-e9e7b63d68f3" providerId="ADAL" clId="{D69ABF80-3EA8-4D85-9958-18609358658E}" dt="2024-09-05T13:30:04.558" v="78"/>
          <ac:spMkLst>
            <pc:docMk/>
            <pc:sldMk cId="0" sldId="310"/>
            <ac:spMk id="2" creationId="{00000000-0000-0000-0000-000000000000}"/>
          </ac:spMkLst>
        </pc:spChg>
        <pc:spChg chg="mod">
          <ac:chgData name="Бессмертный Игорь Александрович" userId="4f489ec6-c9ca-4727-b2ff-e9e7b63d68f3" providerId="ADAL" clId="{D69ABF80-3EA8-4D85-9958-18609358658E}" dt="2024-09-05T13:30:04.558" v="78"/>
          <ac:spMkLst>
            <pc:docMk/>
            <pc:sldMk cId="0" sldId="310"/>
            <ac:spMk id="4" creationId="{00000000-0000-0000-0000-000000000000}"/>
          </ac:spMkLst>
        </pc:spChg>
      </pc:sldChg>
      <pc:sldChg chg="modSp">
        <pc:chgData name="Бессмертный Игорь Александрович" userId="4f489ec6-c9ca-4727-b2ff-e9e7b63d68f3" providerId="ADAL" clId="{D69ABF80-3EA8-4D85-9958-18609358658E}" dt="2024-09-05T13:30:04.558" v="78"/>
        <pc:sldMkLst>
          <pc:docMk/>
          <pc:sldMk cId="0" sldId="312"/>
        </pc:sldMkLst>
        <pc:spChg chg="mod">
          <ac:chgData name="Бессмертный Игорь Александрович" userId="4f489ec6-c9ca-4727-b2ff-e9e7b63d68f3" providerId="ADAL" clId="{D69ABF80-3EA8-4D85-9958-18609358658E}" dt="2024-09-05T13:30:04.558" v="78"/>
          <ac:spMkLst>
            <pc:docMk/>
            <pc:sldMk cId="0" sldId="312"/>
            <ac:spMk id="2" creationId="{00000000-0000-0000-0000-000000000000}"/>
          </ac:spMkLst>
        </pc:spChg>
        <pc:spChg chg="mod">
          <ac:chgData name="Бессмертный Игорь Александрович" userId="4f489ec6-c9ca-4727-b2ff-e9e7b63d68f3" providerId="ADAL" clId="{D69ABF80-3EA8-4D85-9958-18609358658E}" dt="2024-09-05T13:30:04.558" v="78"/>
          <ac:spMkLst>
            <pc:docMk/>
            <pc:sldMk cId="0" sldId="312"/>
            <ac:spMk id="4" creationId="{00000000-0000-0000-0000-000000000000}"/>
          </ac:spMkLst>
        </pc:spChg>
      </pc:sldChg>
      <pc:sldChg chg="modSp">
        <pc:chgData name="Бессмертный Игорь Александрович" userId="4f489ec6-c9ca-4727-b2ff-e9e7b63d68f3" providerId="ADAL" clId="{D69ABF80-3EA8-4D85-9958-18609358658E}" dt="2024-09-05T13:30:04.558" v="78"/>
        <pc:sldMkLst>
          <pc:docMk/>
          <pc:sldMk cId="0" sldId="313"/>
        </pc:sldMkLst>
        <pc:spChg chg="mod">
          <ac:chgData name="Бессмертный Игорь Александрович" userId="4f489ec6-c9ca-4727-b2ff-e9e7b63d68f3" providerId="ADAL" clId="{D69ABF80-3EA8-4D85-9958-18609358658E}" dt="2024-09-05T13:30:04.558" v="78"/>
          <ac:spMkLst>
            <pc:docMk/>
            <pc:sldMk cId="0" sldId="313"/>
            <ac:spMk id="2" creationId="{00000000-0000-0000-0000-000000000000}"/>
          </ac:spMkLst>
        </pc:spChg>
        <pc:spChg chg="mod">
          <ac:chgData name="Бессмертный Игорь Александрович" userId="4f489ec6-c9ca-4727-b2ff-e9e7b63d68f3" providerId="ADAL" clId="{D69ABF80-3EA8-4D85-9958-18609358658E}" dt="2024-09-05T13:30:04.558" v="78"/>
          <ac:spMkLst>
            <pc:docMk/>
            <pc:sldMk cId="0" sldId="313"/>
            <ac:spMk id="4" creationId="{00000000-0000-0000-0000-000000000000}"/>
          </ac:spMkLst>
        </pc:spChg>
      </pc:sldChg>
      <pc:sldChg chg="modSp">
        <pc:chgData name="Бессмертный Игорь Александрович" userId="4f489ec6-c9ca-4727-b2ff-e9e7b63d68f3" providerId="ADAL" clId="{D69ABF80-3EA8-4D85-9958-18609358658E}" dt="2024-09-05T13:30:04.558" v="78"/>
        <pc:sldMkLst>
          <pc:docMk/>
          <pc:sldMk cId="0" sldId="314"/>
        </pc:sldMkLst>
        <pc:spChg chg="mod">
          <ac:chgData name="Бессмертный Игорь Александрович" userId="4f489ec6-c9ca-4727-b2ff-e9e7b63d68f3" providerId="ADAL" clId="{D69ABF80-3EA8-4D85-9958-18609358658E}" dt="2024-09-05T13:30:04.558" v="78"/>
          <ac:spMkLst>
            <pc:docMk/>
            <pc:sldMk cId="0" sldId="314"/>
            <ac:spMk id="2" creationId="{00000000-0000-0000-0000-000000000000}"/>
          </ac:spMkLst>
        </pc:spChg>
        <pc:spChg chg="mod">
          <ac:chgData name="Бессмертный Игорь Александрович" userId="4f489ec6-c9ca-4727-b2ff-e9e7b63d68f3" providerId="ADAL" clId="{D69ABF80-3EA8-4D85-9958-18609358658E}" dt="2024-09-05T13:30:04.558" v="78"/>
          <ac:spMkLst>
            <pc:docMk/>
            <pc:sldMk cId="0" sldId="314"/>
            <ac:spMk id="4" creationId="{00000000-0000-0000-0000-000000000000}"/>
          </ac:spMkLst>
        </pc:spChg>
      </pc:sldChg>
      <pc:sldChg chg="modSp">
        <pc:chgData name="Бессмертный Игорь Александрович" userId="4f489ec6-c9ca-4727-b2ff-e9e7b63d68f3" providerId="ADAL" clId="{D69ABF80-3EA8-4D85-9958-18609358658E}" dt="2024-09-05T13:30:04.558" v="78"/>
        <pc:sldMkLst>
          <pc:docMk/>
          <pc:sldMk cId="0" sldId="315"/>
        </pc:sldMkLst>
        <pc:spChg chg="mod">
          <ac:chgData name="Бессмертный Игорь Александрович" userId="4f489ec6-c9ca-4727-b2ff-e9e7b63d68f3" providerId="ADAL" clId="{D69ABF80-3EA8-4D85-9958-18609358658E}" dt="2024-09-05T13:30:04.558" v="78"/>
          <ac:spMkLst>
            <pc:docMk/>
            <pc:sldMk cId="0" sldId="315"/>
            <ac:spMk id="2" creationId="{00000000-0000-0000-0000-000000000000}"/>
          </ac:spMkLst>
        </pc:spChg>
        <pc:spChg chg="mod">
          <ac:chgData name="Бессмертный Игорь Александрович" userId="4f489ec6-c9ca-4727-b2ff-e9e7b63d68f3" providerId="ADAL" clId="{D69ABF80-3EA8-4D85-9958-18609358658E}" dt="2024-09-05T13:30:04.558" v="78"/>
          <ac:spMkLst>
            <pc:docMk/>
            <pc:sldMk cId="0" sldId="315"/>
            <ac:spMk id="4" creationId="{00000000-0000-0000-0000-000000000000}"/>
          </ac:spMkLst>
        </pc:spChg>
      </pc:sldChg>
      <pc:sldChg chg="modSp">
        <pc:chgData name="Бессмертный Игорь Александрович" userId="4f489ec6-c9ca-4727-b2ff-e9e7b63d68f3" providerId="ADAL" clId="{D69ABF80-3EA8-4D85-9958-18609358658E}" dt="2024-09-05T13:30:04.558" v="78"/>
        <pc:sldMkLst>
          <pc:docMk/>
          <pc:sldMk cId="0" sldId="316"/>
        </pc:sldMkLst>
        <pc:spChg chg="mod">
          <ac:chgData name="Бессмертный Игорь Александрович" userId="4f489ec6-c9ca-4727-b2ff-e9e7b63d68f3" providerId="ADAL" clId="{D69ABF80-3EA8-4D85-9958-18609358658E}" dt="2024-09-05T13:30:04.558" v="78"/>
          <ac:spMkLst>
            <pc:docMk/>
            <pc:sldMk cId="0" sldId="316"/>
            <ac:spMk id="2" creationId="{00000000-0000-0000-0000-000000000000}"/>
          </ac:spMkLst>
        </pc:spChg>
      </pc:sldChg>
      <pc:sldChg chg="modSp">
        <pc:chgData name="Бессмертный Игорь Александрович" userId="4f489ec6-c9ca-4727-b2ff-e9e7b63d68f3" providerId="ADAL" clId="{D69ABF80-3EA8-4D85-9958-18609358658E}" dt="2024-09-05T13:30:04.558" v="78"/>
        <pc:sldMkLst>
          <pc:docMk/>
          <pc:sldMk cId="0" sldId="318"/>
        </pc:sldMkLst>
        <pc:spChg chg="mod">
          <ac:chgData name="Бессмертный Игорь Александрович" userId="4f489ec6-c9ca-4727-b2ff-e9e7b63d68f3" providerId="ADAL" clId="{D69ABF80-3EA8-4D85-9958-18609358658E}" dt="2024-09-05T13:30:04.558" v="78"/>
          <ac:spMkLst>
            <pc:docMk/>
            <pc:sldMk cId="0" sldId="318"/>
            <ac:spMk id="2" creationId="{00000000-0000-0000-0000-000000000000}"/>
          </ac:spMkLst>
        </pc:spChg>
        <pc:spChg chg="mod">
          <ac:chgData name="Бессмертный Игорь Александрович" userId="4f489ec6-c9ca-4727-b2ff-e9e7b63d68f3" providerId="ADAL" clId="{D69ABF80-3EA8-4D85-9958-18609358658E}" dt="2024-09-05T13:30:04.558" v="78"/>
          <ac:spMkLst>
            <pc:docMk/>
            <pc:sldMk cId="0" sldId="318"/>
            <ac:spMk id="4" creationId="{00000000-0000-0000-0000-000000000000}"/>
          </ac:spMkLst>
        </pc:spChg>
      </pc:sldChg>
      <pc:sldChg chg="modSp">
        <pc:chgData name="Бессмертный Игорь Александрович" userId="4f489ec6-c9ca-4727-b2ff-e9e7b63d68f3" providerId="ADAL" clId="{D69ABF80-3EA8-4D85-9958-18609358658E}" dt="2024-09-05T13:30:04.558" v="78"/>
        <pc:sldMkLst>
          <pc:docMk/>
          <pc:sldMk cId="0" sldId="319"/>
        </pc:sldMkLst>
        <pc:spChg chg="mod">
          <ac:chgData name="Бессмертный Игорь Александрович" userId="4f489ec6-c9ca-4727-b2ff-e9e7b63d68f3" providerId="ADAL" clId="{D69ABF80-3EA8-4D85-9958-18609358658E}" dt="2024-09-05T13:30:04.558" v="78"/>
          <ac:spMkLst>
            <pc:docMk/>
            <pc:sldMk cId="0" sldId="319"/>
            <ac:spMk id="2" creationId="{00000000-0000-0000-0000-000000000000}"/>
          </ac:spMkLst>
        </pc:spChg>
        <pc:picChg chg="mod">
          <ac:chgData name="Бессмертный Игорь Александрович" userId="4f489ec6-c9ca-4727-b2ff-e9e7b63d68f3" providerId="ADAL" clId="{D69ABF80-3EA8-4D85-9958-18609358658E}" dt="2024-09-05T13:30:04.558" v="78"/>
          <ac:picMkLst>
            <pc:docMk/>
            <pc:sldMk cId="0" sldId="319"/>
            <ac:picMk id="53250" creationId="{00000000-0000-0000-0000-000000000000}"/>
          </ac:picMkLst>
        </pc:picChg>
      </pc:sldChg>
      <pc:sldChg chg="modSp">
        <pc:chgData name="Бессмертный Игорь Александрович" userId="4f489ec6-c9ca-4727-b2ff-e9e7b63d68f3" providerId="ADAL" clId="{D69ABF80-3EA8-4D85-9958-18609358658E}" dt="2024-09-05T13:30:04.558" v="78"/>
        <pc:sldMkLst>
          <pc:docMk/>
          <pc:sldMk cId="0" sldId="320"/>
        </pc:sldMkLst>
        <pc:spChg chg="mod">
          <ac:chgData name="Бессмертный Игорь Александрович" userId="4f489ec6-c9ca-4727-b2ff-e9e7b63d68f3" providerId="ADAL" clId="{D69ABF80-3EA8-4D85-9958-18609358658E}" dt="2024-09-05T13:30:04.558" v="78"/>
          <ac:spMkLst>
            <pc:docMk/>
            <pc:sldMk cId="0" sldId="320"/>
            <ac:spMk id="2" creationId="{00000000-0000-0000-0000-000000000000}"/>
          </ac:spMkLst>
        </pc:spChg>
        <pc:spChg chg="mod">
          <ac:chgData name="Бессмертный Игорь Александрович" userId="4f489ec6-c9ca-4727-b2ff-e9e7b63d68f3" providerId="ADAL" clId="{D69ABF80-3EA8-4D85-9958-18609358658E}" dt="2024-09-05T13:30:04.558" v="78"/>
          <ac:spMkLst>
            <pc:docMk/>
            <pc:sldMk cId="0" sldId="320"/>
            <ac:spMk id="4" creationId="{00000000-0000-0000-0000-000000000000}"/>
          </ac:spMkLst>
        </pc:spChg>
      </pc:sldChg>
      <pc:sldChg chg="modSp">
        <pc:chgData name="Бессмертный Игорь Александрович" userId="4f489ec6-c9ca-4727-b2ff-e9e7b63d68f3" providerId="ADAL" clId="{D69ABF80-3EA8-4D85-9958-18609358658E}" dt="2024-09-05T13:30:04.558" v="78"/>
        <pc:sldMkLst>
          <pc:docMk/>
          <pc:sldMk cId="0" sldId="321"/>
        </pc:sldMkLst>
        <pc:spChg chg="mod">
          <ac:chgData name="Бессмертный Игорь Александрович" userId="4f489ec6-c9ca-4727-b2ff-e9e7b63d68f3" providerId="ADAL" clId="{D69ABF80-3EA8-4D85-9958-18609358658E}" dt="2024-09-05T13:30:04.558" v="78"/>
          <ac:spMkLst>
            <pc:docMk/>
            <pc:sldMk cId="0" sldId="321"/>
            <ac:spMk id="2" creationId="{00000000-0000-0000-0000-000000000000}"/>
          </ac:spMkLst>
        </pc:spChg>
        <pc:spChg chg="mod">
          <ac:chgData name="Бессмертный Игорь Александрович" userId="4f489ec6-c9ca-4727-b2ff-e9e7b63d68f3" providerId="ADAL" clId="{D69ABF80-3EA8-4D85-9958-18609358658E}" dt="2024-09-05T13:30:04.558" v="78"/>
          <ac:spMkLst>
            <pc:docMk/>
            <pc:sldMk cId="0" sldId="321"/>
            <ac:spMk id="4" creationId="{00000000-0000-0000-0000-000000000000}"/>
          </ac:spMkLst>
        </pc:spChg>
      </pc:sldChg>
      <pc:sldChg chg="modSp">
        <pc:chgData name="Бессмертный Игорь Александрович" userId="4f489ec6-c9ca-4727-b2ff-e9e7b63d68f3" providerId="ADAL" clId="{D69ABF80-3EA8-4D85-9958-18609358658E}" dt="2024-09-05T13:30:04.558" v="78"/>
        <pc:sldMkLst>
          <pc:docMk/>
          <pc:sldMk cId="0" sldId="322"/>
        </pc:sldMkLst>
        <pc:spChg chg="mod">
          <ac:chgData name="Бессмертный Игорь Александрович" userId="4f489ec6-c9ca-4727-b2ff-e9e7b63d68f3" providerId="ADAL" clId="{D69ABF80-3EA8-4D85-9958-18609358658E}" dt="2024-09-05T13:30:04.558" v="78"/>
          <ac:spMkLst>
            <pc:docMk/>
            <pc:sldMk cId="0" sldId="322"/>
            <ac:spMk id="2" creationId="{00000000-0000-0000-0000-000000000000}"/>
          </ac:spMkLst>
        </pc:spChg>
        <pc:spChg chg="mod">
          <ac:chgData name="Бессмертный Игорь Александрович" userId="4f489ec6-c9ca-4727-b2ff-e9e7b63d68f3" providerId="ADAL" clId="{D69ABF80-3EA8-4D85-9958-18609358658E}" dt="2024-09-05T13:30:04.558" v="78"/>
          <ac:spMkLst>
            <pc:docMk/>
            <pc:sldMk cId="0" sldId="322"/>
            <ac:spMk id="4" creationId="{00000000-0000-0000-0000-000000000000}"/>
          </ac:spMkLst>
        </pc:spChg>
      </pc:sldChg>
      <pc:sldChg chg="modSp">
        <pc:chgData name="Бессмертный Игорь Александрович" userId="4f489ec6-c9ca-4727-b2ff-e9e7b63d68f3" providerId="ADAL" clId="{D69ABF80-3EA8-4D85-9958-18609358658E}" dt="2024-09-05T13:30:04.558" v="78"/>
        <pc:sldMkLst>
          <pc:docMk/>
          <pc:sldMk cId="0" sldId="323"/>
        </pc:sldMkLst>
        <pc:spChg chg="mod">
          <ac:chgData name="Бессмертный Игорь Александрович" userId="4f489ec6-c9ca-4727-b2ff-e9e7b63d68f3" providerId="ADAL" clId="{D69ABF80-3EA8-4D85-9958-18609358658E}" dt="2024-09-05T13:30:04.558" v="78"/>
          <ac:spMkLst>
            <pc:docMk/>
            <pc:sldMk cId="0" sldId="323"/>
            <ac:spMk id="2" creationId="{00000000-0000-0000-0000-000000000000}"/>
          </ac:spMkLst>
        </pc:spChg>
        <pc:spChg chg="mod">
          <ac:chgData name="Бессмертный Игорь Александрович" userId="4f489ec6-c9ca-4727-b2ff-e9e7b63d68f3" providerId="ADAL" clId="{D69ABF80-3EA8-4D85-9958-18609358658E}" dt="2024-09-05T13:30:04.558" v="78"/>
          <ac:spMkLst>
            <pc:docMk/>
            <pc:sldMk cId="0" sldId="323"/>
            <ac:spMk id="4" creationId="{00000000-0000-0000-0000-000000000000}"/>
          </ac:spMkLst>
        </pc:spChg>
      </pc:sldChg>
      <pc:sldChg chg="modSp">
        <pc:chgData name="Бессмертный Игорь Александрович" userId="4f489ec6-c9ca-4727-b2ff-e9e7b63d68f3" providerId="ADAL" clId="{D69ABF80-3EA8-4D85-9958-18609358658E}" dt="2024-09-05T13:30:04.558" v="78"/>
        <pc:sldMkLst>
          <pc:docMk/>
          <pc:sldMk cId="0" sldId="324"/>
        </pc:sldMkLst>
        <pc:spChg chg="mod">
          <ac:chgData name="Бессмертный Игорь Александрович" userId="4f489ec6-c9ca-4727-b2ff-e9e7b63d68f3" providerId="ADAL" clId="{D69ABF80-3EA8-4D85-9958-18609358658E}" dt="2024-09-05T13:30:04.558" v="78"/>
          <ac:spMkLst>
            <pc:docMk/>
            <pc:sldMk cId="0" sldId="324"/>
            <ac:spMk id="2" creationId="{00000000-0000-0000-0000-000000000000}"/>
          </ac:spMkLst>
        </pc:spChg>
        <pc:picChg chg="mod">
          <ac:chgData name="Бессмертный Игорь Александрович" userId="4f489ec6-c9ca-4727-b2ff-e9e7b63d68f3" providerId="ADAL" clId="{D69ABF80-3EA8-4D85-9958-18609358658E}" dt="2024-09-05T13:30:04.558" v="78"/>
          <ac:picMkLst>
            <pc:docMk/>
            <pc:sldMk cId="0" sldId="324"/>
            <ac:picMk id="58370" creationId="{00000000-0000-0000-0000-000000000000}"/>
          </ac:picMkLst>
        </pc:picChg>
      </pc:sldChg>
      <pc:sldChg chg="modSp">
        <pc:chgData name="Бессмертный Игорь Александрович" userId="4f489ec6-c9ca-4727-b2ff-e9e7b63d68f3" providerId="ADAL" clId="{D69ABF80-3EA8-4D85-9958-18609358658E}" dt="2024-09-05T13:30:04.558" v="78"/>
        <pc:sldMkLst>
          <pc:docMk/>
          <pc:sldMk cId="0" sldId="326"/>
        </pc:sldMkLst>
        <pc:spChg chg="mod">
          <ac:chgData name="Бессмертный Игорь Александрович" userId="4f489ec6-c9ca-4727-b2ff-e9e7b63d68f3" providerId="ADAL" clId="{D69ABF80-3EA8-4D85-9958-18609358658E}" dt="2024-09-05T13:30:04.558" v="78"/>
          <ac:spMkLst>
            <pc:docMk/>
            <pc:sldMk cId="0" sldId="326"/>
            <ac:spMk id="2" creationId="{00000000-0000-0000-0000-000000000000}"/>
          </ac:spMkLst>
        </pc:spChg>
      </pc:sldChg>
      <pc:sldChg chg="modSp">
        <pc:chgData name="Бессмертный Игорь Александрович" userId="4f489ec6-c9ca-4727-b2ff-e9e7b63d68f3" providerId="ADAL" clId="{D69ABF80-3EA8-4D85-9958-18609358658E}" dt="2024-09-05T13:30:04.558" v="78"/>
        <pc:sldMkLst>
          <pc:docMk/>
          <pc:sldMk cId="0" sldId="327"/>
        </pc:sldMkLst>
        <pc:spChg chg="mod">
          <ac:chgData name="Бессмертный Игорь Александрович" userId="4f489ec6-c9ca-4727-b2ff-e9e7b63d68f3" providerId="ADAL" clId="{D69ABF80-3EA8-4D85-9958-18609358658E}" dt="2024-09-05T13:30:04.558" v="78"/>
          <ac:spMkLst>
            <pc:docMk/>
            <pc:sldMk cId="0" sldId="327"/>
            <ac:spMk id="2" creationId="{00000000-0000-0000-0000-000000000000}"/>
          </ac:spMkLst>
        </pc:spChg>
        <pc:spChg chg="mod">
          <ac:chgData name="Бессмертный Игорь Александрович" userId="4f489ec6-c9ca-4727-b2ff-e9e7b63d68f3" providerId="ADAL" clId="{D69ABF80-3EA8-4D85-9958-18609358658E}" dt="2024-09-05T13:30:04.558" v="78"/>
          <ac:spMkLst>
            <pc:docMk/>
            <pc:sldMk cId="0" sldId="327"/>
            <ac:spMk id="4" creationId="{00000000-0000-0000-0000-000000000000}"/>
          </ac:spMkLst>
        </pc:spChg>
      </pc:sldChg>
      <pc:sldChg chg="modSp">
        <pc:chgData name="Бессмертный Игорь Александрович" userId="4f489ec6-c9ca-4727-b2ff-e9e7b63d68f3" providerId="ADAL" clId="{D69ABF80-3EA8-4D85-9958-18609358658E}" dt="2024-09-05T13:30:04.558" v="78"/>
        <pc:sldMkLst>
          <pc:docMk/>
          <pc:sldMk cId="0" sldId="328"/>
        </pc:sldMkLst>
        <pc:spChg chg="mod">
          <ac:chgData name="Бессмертный Игорь Александрович" userId="4f489ec6-c9ca-4727-b2ff-e9e7b63d68f3" providerId="ADAL" clId="{D69ABF80-3EA8-4D85-9958-18609358658E}" dt="2024-09-05T13:30:04.558" v="78"/>
          <ac:spMkLst>
            <pc:docMk/>
            <pc:sldMk cId="0" sldId="328"/>
            <ac:spMk id="2" creationId="{00000000-0000-0000-0000-000000000000}"/>
          </ac:spMkLst>
        </pc:spChg>
        <pc:spChg chg="mod">
          <ac:chgData name="Бессмертный Игорь Александрович" userId="4f489ec6-c9ca-4727-b2ff-e9e7b63d68f3" providerId="ADAL" clId="{D69ABF80-3EA8-4D85-9958-18609358658E}" dt="2024-09-05T13:30:04.558" v="78"/>
          <ac:spMkLst>
            <pc:docMk/>
            <pc:sldMk cId="0" sldId="328"/>
            <ac:spMk id="4" creationId="{00000000-0000-0000-0000-000000000000}"/>
          </ac:spMkLst>
        </pc:spChg>
      </pc:sldChg>
      <pc:sldChg chg="modSp">
        <pc:chgData name="Бессмертный Игорь Александрович" userId="4f489ec6-c9ca-4727-b2ff-e9e7b63d68f3" providerId="ADAL" clId="{D69ABF80-3EA8-4D85-9958-18609358658E}" dt="2024-09-05T13:30:04.558" v="78"/>
        <pc:sldMkLst>
          <pc:docMk/>
          <pc:sldMk cId="0" sldId="329"/>
        </pc:sldMkLst>
        <pc:spChg chg="mod">
          <ac:chgData name="Бессмертный Игорь Александрович" userId="4f489ec6-c9ca-4727-b2ff-e9e7b63d68f3" providerId="ADAL" clId="{D69ABF80-3EA8-4D85-9958-18609358658E}" dt="2024-09-05T13:30:04.558" v="78"/>
          <ac:spMkLst>
            <pc:docMk/>
            <pc:sldMk cId="0" sldId="329"/>
            <ac:spMk id="2" creationId="{00000000-0000-0000-0000-000000000000}"/>
          </ac:spMkLst>
        </pc:spChg>
      </pc:sldChg>
      <pc:sldChg chg="modSp">
        <pc:chgData name="Бессмертный Игорь Александрович" userId="4f489ec6-c9ca-4727-b2ff-e9e7b63d68f3" providerId="ADAL" clId="{D69ABF80-3EA8-4D85-9958-18609358658E}" dt="2024-09-05T13:30:04.558" v="78"/>
        <pc:sldMkLst>
          <pc:docMk/>
          <pc:sldMk cId="0" sldId="330"/>
        </pc:sldMkLst>
        <pc:spChg chg="mod">
          <ac:chgData name="Бессмертный Игорь Александрович" userId="4f489ec6-c9ca-4727-b2ff-e9e7b63d68f3" providerId="ADAL" clId="{D69ABF80-3EA8-4D85-9958-18609358658E}" dt="2024-09-05T13:30:04.558" v="78"/>
          <ac:spMkLst>
            <pc:docMk/>
            <pc:sldMk cId="0" sldId="330"/>
            <ac:spMk id="2" creationId="{00000000-0000-0000-0000-000000000000}"/>
          </ac:spMkLst>
        </pc:spChg>
        <pc:picChg chg="mod">
          <ac:chgData name="Бессмертный Игорь Александрович" userId="4f489ec6-c9ca-4727-b2ff-e9e7b63d68f3" providerId="ADAL" clId="{D69ABF80-3EA8-4D85-9958-18609358658E}" dt="2024-09-05T13:30:04.558" v="78"/>
          <ac:picMkLst>
            <pc:docMk/>
            <pc:sldMk cId="0" sldId="330"/>
            <ac:picMk id="63491" creationId="{00000000-0000-0000-0000-000000000000}"/>
          </ac:picMkLst>
        </pc:picChg>
      </pc:sldChg>
      <pc:sldChg chg="modSp">
        <pc:chgData name="Бессмертный Игорь Александрович" userId="4f489ec6-c9ca-4727-b2ff-e9e7b63d68f3" providerId="ADAL" clId="{D69ABF80-3EA8-4D85-9958-18609358658E}" dt="2024-09-05T13:30:04.558" v="78"/>
        <pc:sldMkLst>
          <pc:docMk/>
          <pc:sldMk cId="0" sldId="332"/>
        </pc:sldMkLst>
        <pc:spChg chg="mod">
          <ac:chgData name="Бессмертный Игорь Александрович" userId="4f489ec6-c9ca-4727-b2ff-e9e7b63d68f3" providerId="ADAL" clId="{D69ABF80-3EA8-4D85-9958-18609358658E}" dt="2024-09-05T13:30:04.558" v="78"/>
          <ac:spMkLst>
            <pc:docMk/>
            <pc:sldMk cId="0" sldId="332"/>
            <ac:spMk id="2" creationId="{00000000-0000-0000-0000-000000000000}"/>
          </ac:spMkLst>
        </pc:spChg>
      </pc:sldChg>
      <pc:sldChg chg="modSp">
        <pc:chgData name="Бессмертный Игорь Александрович" userId="4f489ec6-c9ca-4727-b2ff-e9e7b63d68f3" providerId="ADAL" clId="{D69ABF80-3EA8-4D85-9958-18609358658E}" dt="2024-09-05T13:30:04.558" v="78"/>
        <pc:sldMkLst>
          <pc:docMk/>
          <pc:sldMk cId="0" sldId="334"/>
        </pc:sldMkLst>
        <pc:spChg chg="mod">
          <ac:chgData name="Бессмертный Игорь Александрович" userId="4f489ec6-c9ca-4727-b2ff-e9e7b63d68f3" providerId="ADAL" clId="{D69ABF80-3EA8-4D85-9958-18609358658E}" dt="2024-09-05T13:30:04.558" v="78"/>
          <ac:spMkLst>
            <pc:docMk/>
            <pc:sldMk cId="0" sldId="334"/>
            <ac:spMk id="2" creationId="{00000000-0000-0000-0000-000000000000}"/>
          </ac:spMkLst>
        </pc:spChg>
      </pc:sldChg>
      <pc:sldChg chg="modSp mod">
        <pc:chgData name="Бессмертный Игорь Александрович" userId="4f489ec6-c9ca-4727-b2ff-e9e7b63d68f3" providerId="ADAL" clId="{D69ABF80-3EA8-4D85-9958-18609358658E}" dt="2024-09-05T13:30:04.650" v="80" actId="27636"/>
        <pc:sldMkLst>
          <pc:docMk/>
          <pc:sldMk cId="0" sldId="335"/>
        </pc:sldMkLst>
        <pc:spChg chg="mod">
          <ac:chgData name="Бессмертный Игорь Александрович" userId="4f489ec6-c9ca-4727-b2ff-e9e7b63d68f3" providerId="ADAL" clId="{D69ABF80-3EA8-4D85-9958-18609358658E}" dt="2024-09-05T13:30:04.558" v="78"/>
          <ac:spMkLst>
            <pc:docMk/>
            <pc:sldMk cId="0" sldId="335"/>
            <ac:spMk id="2" creationId="{00000000-0000-0000-0000-000000000000}"/>
          </ac:spMkLst>
        </pc:spChg>
        <pc:spChg chg="mod">
          <ac:chgData name="Бессмертный Игорь Александрович" userId="4f489ec6-c9ca-4727-b2ff-e9e7b63d68f3" providerId="ADAL" clId="{D69ABF80-3EA8-4D85-9958-18609358658E}" dt="2024-09-05T13:30:04.650" v="80" actId="27636"/>
          <ac:spMkLst>
            <pc:docMk/>
            <pc:sldMk cId="0" sldId="335"/>
            <ac:spMk id="3" creationId="{00000000-0000-0000-0000-000000000000}"/>
          </ac:spMkLst>
        </pc:spChg>
      </pc:sldChg>
      <pc:sldChg chg="modSp">
        <pc:chgData name="Бессмертный Игорь Александрович" userId="4f489ec6-c9ca-4727-b2ff-e9e7b63d68f3" providerId="ADAL" clId="{D69ABF80-3EA8-4D85-9958-18609358658E}" dt="2024-09-05T13:30:04.558" v="78"/>
        <pc:sldMkLst>
          <pc:docMk/>
          <pc:sldMk cId="0" sldId="336"/>
        </pc:sldMkLst>
        <pc:spChg chg="mod">
          <ac:chgData name="Бессмертный Игорь Александрович" userId="4f489ec6-c9ca-4727-b2ff-e9e7b63d68f3" providerId="ADAL" clId="{D69ABF80-3EA8-4D85-9958-18609358658E}" dt="2024-09-05T13:30:04.558" v="78"/>
          <ac:spMkLst>
            <pc:docMk/>
            <pc:sldMk cId="0" sldId="336"/>
            <ac:spMk id="2" creationId="{00000000-0000-0000-0000-000000000000}"/>
          </ac:spMkLst>
        </pc:spChg>
      </pc:sldChg>
      <pc:sldChg chg="modSp">
        <pc:chgData name="Бессмертный Игорь Александрович" userId="4f489ec6-c9ca-4727-b2ff-e9e7b63d68f3" providerId="ADAL" clId="{D69ABF80-3EA8-4D85-9958-18609358658E}" dt="2024-09-05T13:30:04.558" v="78"/>
        <pc:sldMkLst>
          <pc:docMk/>
          <pc:sldMk cId="0" sldId="337"/>
        </pc:sldMkLst>
        <pc:spChg chg="mod">
          <ac:chgData name="Бессмертный Игорь Александрович" userId="4f489ec6-c9ca-4727-b2ff-e9e7b63d68f3" providerId="ADAL" clId="{D69ABF80-3EA8-4D85-9958-18609358658E}" dt="2024-09-05T13:30:04.558" v="78"/>
          <ac:spMkLst>
            <pc:docMk/>
            <pc:sldMk cId="0" sldId="337"/>
            <ac:spMk id="2" creationId="{00000000-0000-0000-0000-000000000000}"/>
          </ac:spMkLst>
        </pc:spChg>
      </pc:sldChg>
      <pc:sldChg chg="modSp">
        <pc:chgData name="Бессмертный Игорь Александрович" userId="4f489ec6-c9ca-4727-b2ff-e9e7b63d68f3" providerId="ADAL" clId="{D69ABF80-3EA8-4D85-9958-18609358658E}" dt="2024-09-05T13:30:04.558" v="78"/>
        <pc:sldMkLst>
          <pc:docMk/>
          <pc:sldMk cId="0" sldId="338"/>
        </pc:sldMkLst>
        <pc:spChg chg="mod">
          <ac:chgData name="Бессмертный Игорь Александрович" userId="4f489ec6-c9ca-4727-b2ff-e9e7b63d68f3" providerId="ADAL" clId="{D69ABF80-3EA8-4D85-9958-18609358658E}" dt="2024-09-05T13:30:04.558" v="78"/>
          <ac:spMkLst>
            <pc:docMk/>
            <pc:sldMk cId="0" sldId="338"/>
            <ac:spMk id="2" creationId="{00000000-0000-0000-0000-000000000000}"/>
          </ac:spMkLst>
        </pc:spChg>
      </pc:sldChg>
      <pc:sldChg chg="modSp">
        <pc:chgData name="Бессмертный Игорь Александрович" userId="4f489ec6-c9ca-4727-b2ff-e9e7b63d68f3" providerId="ADAL" clId="{D69ABF80-3EA8-4D85-9958-18609358658E}" dt="2024-09-05T13:30:04.558" v="78"/>
        <pc:sldMkLst>
          <pc:docMk/>
          <pc:sldMk cId="0" sldId="339"/>
        </pc:sldMkLst>
        <pc:spChg chg="mod">
          <ac:chgData name="Бессмертный Игорь Александрович" userId="4f489ec6-c9ca-4727-b2ff-e9e7b63d68f3" providerId="ADAL" clId="{D69ABF80-3EA8-4D85-9958-18609358658E}" dt="2024-09-05T13:30:04.558" v="78"/>
          <ac:spMkLst>
            <pc:docMk/>
            <pc:sldMk cId="0" sldId="339"/>
            <ac:spMk id="2" creationId="{00000000-0000-0000-0000-000000000000}"/>
          </ac:spMkLst>
        </pc:spChg>
      </pc:sldChg>
      <pc:sldChg chg="modSp mod">
        <pc:chgData name="Бессмертный Игорь Александрович" userId="4f489ec6-c9ca-4727-b2ff-e9e7b63d68f3" providerId="ADAL" clId="{D69ABF80-3EA8-4D85-9958-18609358658E}" dt="2024-09-05T13:30:04.558" v="78"/>
        <pc:sldMkLst>
          <pc:docMk/>
          <pc:sldMk cId="0" sldId="340"/>
        </pc:sldMkLst>
        <pc:spChg chg="mod">
          <ac:chgData name="Бессмертный Игорь Александрович" userId="4f489ec6-c9ca-4727-b2ff-e9e7b63d68f3" providerId="ADAL" clId="{D69ABF80-3EA8-4D85-9958-18609358658E}" dt="2024-09-05T13:30:04.558" v="78"/>
          <ac:spMkLst>
            <pc:docMk/>
            <pc:sldMk cId="0" sldId="340"/>
            <ac:spMk id="2" creationId="{00000000-0000-0000-0000-000000000000}"/>
          </ac:spMkLst>
        </pc:spChg>
        <pc:spChg chg="mod">
          <ac:chgData name="Бессмертный Игорь Александрович" userId="4f489ec6-c9ca-4727-b2ff-e9e7b63d68f3" providerId="ADAL" clId="{D69ABF80-3EA8-4D85-9958-18609358658E}" dt="2024-09-05T13:29:35.273" v="69" actId="27636"/>
          <ac:spMkLst>
            <pc:docMk/>
            <pc:sldMk cId="0" sldId="340"/>
            <ac:spMk id="4" creationId="{00000000-0000-0000-0000-000000000000}"/>
          </ac:spMkLst>
        </pc:spChg>
      </pc:sldChg>
      <pc:sldChg chg="modSp">
        <pc:chgData name="Бессмертный Игорь Александрович" userId="4f489ec6-c9ca-4727-b2ff-e9e7b63d68f3" providerId="ADAL" clId="{D69ABF80-3EA8-4D85-9958-18609358658E}" dt="2024-09-05T13:30:04.558" v="78"/>
        <pc:sldMkLst>
          <pc:docMk/>
          <pc:sldMk cId="0" sldId="341"/>
        </pc:sldMkLst>
        <pc:spChg chg="mod">
          <ac:chgData name="Бессмертный Игорь Александрович" userId="4f489ec6-c9ca-4727-b2ff-e9e7b63d68f3" providerId="ADAL" clId="{D69ABF80-3EA8-4D85-9958-18609358658E}" dt="2024-09-05T13:30:04.558" v="78"/>
          <ac:spMkLst>
            <pc:docMk/>
            <pc:sldMk cId="0" sldId="341"/>
            <ac:spMk id="2" creationId="{00000000-0000-0000-0000-000000000000}"/>
          </ac:spMkLst>
        </pc:spChg>
      </pc:sldChg>
      <pc:sldChg chg="modSp">
        <pc:chgData name="Бессмертный Игорь Александрович" userId="4f489ec6-c9ca-4727-b2ff-e9e7b63d68f3" providerId="ADAL" clId="{D69ABF80-3EA8-4D85-9958-18609358658E}" dt="2024-09-05T13:30:04.558" v="78"/>
        <pc:sldMkLst>
          <pc:docMk/>
          <pc:sldMk cId="0" sldId="342"/>
        </pc:sldMkLst>
        <pc:spChg chg="mod">
          <ac:chgData name="Бессмертный Игорь Александрович" userId="4f489ec6-c9ca-4727-b2ff-e9e7b63d68f3" providerId="ADAL" clId="{D69ABF80-3EA8-4D85-9958-18609358658E}" dt="2024-09-05T13:30:04.558" v="78"/>
          <ac:spMkLst>
            <pc:docMk/>
            <pc:sldMk cId="0" sldId="342"/>
            <ac:spMk id="2" creationId="{00000000-0000-0000-0000-000000000000}"/>
          </ac:spMkLst>
        </pc:spChg>
      </pc:sldChg>
      <pc:sldChg chg="modSp">
        <pc:chgData name="Бессмертный Игорь Александрович" userId="4f489ec6-c9ca-4727-b2ff-e9e7b63d68f3" providerId="ADAL" clId="{D69ABF80-3EA8-4D85-9958-18609358658E}" dt="2024-09-05T13:30:04.558" v="78"/>
        <pc:sldMkLst>
          <pc:docMk/>
          <pc:sldMk cId="0" sldId="343"/>
        </pc:sldMkLst>
        <pc:spChg chg="mod">
          <ac:chgData name="Бессмертный Игорь Александрович" userId="4f489ec6-c9ca-4727-b2ff-e9e7b63d68f3" providerId="ADAL" clId="{D69ABF80-3EA8-4D85-9958-18609358658E}" dt="2024-09-05T13:30:04.558" v="78"/>
          <ac:spMkLst>
            <pc:docMk/>
            <pc:sldMk cId="0" sldId="343"/>
            <ac:spMk id="2" creationId="{00000000-0000-0000-0000-000000000000}"/>
          </ac:spMkLst>
        </pc:spChg>
      </pc:sldChg>
      <pc:sldChg chg="modSp">
        <pc:chgData name="Бессмертный Игорь Александрович" userId="4f489ec6-c9ca-4727-b2ff-e9e7b63d68f3" providerId="ADAL" clId="{D69ABF80-3EA8-4D85-9958-18609358658E}" dt="2024-09-05T13:30:04.558" v="78"/>
        <pc:sldMkLst>
          <pc:docMk/>
          <pc:sldMk cId="0" sldId="344"/>
        </pc:sldMkLst>
        <pc:spChg chg="mod">
          <ac:chgData name="Бессмертный Игорь Александрович" userId="4f489ec6-c9ca-4727-b2ff-e9e7b63d68f3" providerId="ADAL" clId="{D69ABF80-3EA8-4D85-9958-18609358658E}" dt="2024-09-05T13:30:04.558" v="78"/>
          <ac:spMkLst>
            <pc:docMk/>
            <pc:sldMk cId="0" sldId="344"/>
            <ac:spMk id="2" creationId="{00000000-0000-0000-0000-000000000000}"/>
          </ac:spMkLst>
        </pc:spChg>
      </pc:sldChg>
      <pc:sldChg chg="modSp">
        <pc:chgData name="Бессмертный Игорь Александрович" userId="4f489ec6-c9ca-4727-b2ff-e9e7b63d68f3" providerId="ADAL" clId="{D69ABF80-3EA8-4D85-9958-18609358658E}" dt="2024-09-05T13:30:04.558" v="78"/>
        <pc:sldMkLst>
          <pc:docMk/>
          <pc:sldMk cId="0" sldId="345"/>
        </pc:sldMkLst>
        <pc:spChg chg="mod">
          <ac:chgData name="Бессмертный Игорь Александрович" userId="4f489ec6-c9ca-4727-b2ff-e9e7b63d68f3" providerId="ADAL" clId="{D69ABF80-3EA8-4D85-9958-18609358658E}" dt="2024-09-05T13:30:04.558" v="78"/>
          <ac:spMkLst>
            <pc:docMk/>
            <pc:sldMk cId="0" sldId="345"/>
            <ac:spMk id="2" creationId="{00000000-0000-0000-0000-000000000000}"/>
          </ac:spMkLst>
        </pc:spChg>
      </pc:sldChg>
      <pc:sldChg chg="modSp">
        <pc:chgData name="Бессмертный Игорь Александрович" userId="4f489ec6-c9ca-4727-b2ff-e9e7b63d68f3" providerId="ADAL" clId="{D69ABF80-3EA8-4D85-9958-18609358658E}" dt="2024-09-05T13:30:04.558" v="78"/>
        <pc:sldMkLst>
          <pc:docMk/>
          <pc:sldMk cId="0" sldId="346"/>
        </pc:sldMkLst>
        <pc:spChg chg="mod">
          <ac:chgData name="Бессмертный Игорь Александрович" userId="4f489ec6-c9ca-4727-b2ff-e9e7b63d68f3" providerId="ADAL" clId="{D69ABF80-3EA8-4D85-9958-18609358658E}" dt="2024-09-05T13:30:04.558" v="78"/>
          <ac:spMkLst>
            <pc:docMk/>
            <pc:sldMk cId="0" sldId="346"/>
            <ac:spMk id="2" creationId="{00000000-0000-0000-0000-000000000000}"/>
          </ac:spMkLst>
        </pc:spChg>
      </pc:sldChg>
      <pc:sldChg chg="modSp">
        <pc:chgData name="Бессмертный Игорь Александрович" userId="4f489ec6-c9ca-4727-b2ff-e9e7b63d68f3" providerId="ADAL" clId="{D69ABF80-3EA8-4D85-9958-18609358658E}" dt="2024-09-05T13:30:04.558" v="78"/>
        <pc:sldMkLst>
          <pc:docMk/>
          <pc:sldMk cId="0" sldId="347"/>
        </pc:sldMkLst>
        <pc:spChg chg="mod">
          <ac:chgData name="Бессмертный Игорь Александрович" userId="4f489ec6-c9ca-4727-b2ff-e9e7b63d68f3" providerId="ADAL" clId="{D69ABF80-3EA8-4D85-9958-18609358658E}" dt="2024-09-05T13:30:04.558" v="78"/>
          <ac:spMkLst>
            <pc:docMk/>
            <pc:sldMk cId="0" sldId="347"/>
            <ac:spMk id="2" creationId="{00000000-0000-0000-0000-000000000000}"/>
          </ac:spMkLst>
        </pc:spChg>
      </pc:sldChg>
      <pc:sldChg chg="modSp">
        <pc:chgData name="Бессмертный Игорь Александрович" userId="4f489ec6-c9ca-4727-b2ff-e9e7b63d68f3" providerId="ADAL" clId="{D69ABF80-3EA8-4D85-9958-18609358658E}" dt="2024-09-05T13:30:04.558" v="78"/>
        <pc:sldMkLst>
          <pc:docMk/>
          <pc:sldMk cId="0" sldId="348"/>
        </pc:sldMkLst>
        <pc:spChg chg="mod">
          <ac:chgData name="Бессмертный Игорь Александрович" userId="4f489ec6-c9ca-4727-b2ff-e9e7b63d68f3" providerId="ADAL" clId="{D69ABF80-3EA8-4D85-9958-18609358658E}" dt="2024-09-05T13:30:04.558" v="78"/>
          <ac:spMkLst>
            <pc:docMk/>
            <pc:sldMk cId="0" sldId="348"/>
            <ac:spMk id="2" creationId="{00000000-0000-0000-0000-000000000000}"/>
          </ac:spMkLst>
        </pc:spChg>
      </pc:sldChg>
      <pc:sldChg chg="modSp mod">
        <pc:chgData name="Бессмертный Игорь Александрович" userId="4f489ec6-c9ca-4727-b2ff-e9e7b63d68f3" providerId="ADAL" clId="{D69ABF80-3EA8-4D85-9958-18609358658E}" dt="2024-09-05T13:30:04.558" v="78"/>
        <pc:sldMkLst>
          <pc:docMk/>
          <pc:sldMk cId="0" sldId="349"/>
        </pc:sldMkLst>
        <pc:spChg chg="mod">
          <ac:chgData name="Бессмертный Игорь Александрович" userId="4f489ec6-c9ca-4727-b2ff-e9e7b63d68f3" providerId="ADAL" clId="{D69ABF80-3EA8-4D85-9958-18609358658E}" dt="2024-09-05T13:30:04.558" v="78"/>
          <ac:spMkLst>
            <pc:docMk/>
            <pc:sldMk cId="0" sldId="349"/>
            <ac:spMk id="2" creationId="{00000000-0000-0000-0000-000000000000}"/>
          </ac:spMkLst>
        </pc:spChg>
        <pc:spChg chg="mod">
          <ac:chgData name="Бессмертный Игорь Александрович" userId="4f489ec6-c9ca-4727-b2ff-e9e7b63d68f3" providerId="ADAL" clId="{D69ABF80-3EA8-4D85-9958-18609358658E}" dt="2024-09-05T13:29:35.281" v="70" actId="27636"/>
          <ac:spMkLst>
            <pc:docMk/>
            <pc:sldMk cId="0" sldId="349"/>
            <ac:spMk id="4" creationId="{00000000-0000-0000-0000-000000000000}"/>
          </ac:spMkLst>
        </pc:spChg>
      </pc:sldChg>
      <pc:sldChg chg="modSp">
        <pc:chgData name="Бессмертный Игорь Александрович" userId="4f489ec6-c9ca-4727-b2ff-e9e7b63d68f3" providerId="ADAL" clId="{D69ABF80-3EA8-4D85-9958-18609358658E}" dt="2024-09-05T13:30:04.558" v="78"/>
        <pc:sldMkLst>
          <pc:docMk/>
          <pc:sldMk cId="0" sldId="350"/>
        </pc:sldMkLst>
        <pc:spChg chg="mod">
          <ac:chgData name="Бессмертный Игорь Александрович" userId="4f489ec6-c9ca-4727-b2ff-e9e7b63d68f3" providerId="ADAL" clId="{D69ABF80-3EA8-4D85-9958-18609358658E}" dt="2024-09-05T13:30:04.558" v="78"/>
          <ac:spMkLst>
            <pc:docMk/>
            <pc:sldMk cId="0" sldId="350"/>
            <ac:spMk id="2" creationId="{00000000-0000-0000-0000-000000000000}"/>
          </ac:spMkLst>
        </pc:spChg>
      </pc:sldChg>
      <pc:sldChg chg="modSp mod">
        <pc:chgData name="Бессмертный Игорь Александрович" userId="4f489ec6-c9ca-4727-b2ff-e9e7b63d68f3" providerId="ADAL" clId="{D69ABF80-3EA8-4D85-9958-18609358658E}" dt="2024-09-05T13:30:04.558" v="78"/>
        <pc:sldMkLst>
          <pc:docMk/>
          <pc:sldMk cId="0" sldId="351"/>
        </pc:sldMkLst>
        <pc:spChg chg="mod">
          <ac:chgData name="Бессмертный Игорь Александрович" userId="4f489ec6-c9ca-4727-b2ff-e9e7b63d68f3" providerId="ADAL" clId="{D69ABF80-3EA8-4D85-9958-18609358658E}" dt="2024-09-05T13:30:04.558" v="78"/>
          <ac:spMkLst>
            <pc:docMk/>
            <pc:sldMk cId="0" sldId="351"/>
            <ac:spMk id="2" creationId="{00000000-0000-0000-0000-000000000000}"/>
          </ac:spMkLst>
        </pc:spChg>
        <pc:spChg chg="mod">
          <ac:chgData name="Бессмертный Игорь Александрович" userId="4f489ec6-c9ca-4727-b2ff-e9e7b63d68f3" providerId="ADAL" clId="{D69ABF80-3EA8-4D85-9958-18609358658E}" dt="2024-09-05T13:29:35.285" v="71" actId="27636"/>
          <ac:spMkLst>
            <pc:docMk/>
            <pc:sldMk cId="0" sldId="351"/>
            <ac:spMk id="4" creationId="{00000000-0000-0000-0000-000000000000}"/>
          </ac:spMkLst>
        </pc:spChg>
      </pc:sldChg>
      <pc:sldChg chg="modSp mod">
        <pc:chgData name="Бессмертный Игорь Александрович" userId="4f489ec6-c9ca-4727-b2ff-e9e7b63d68f3" providerId="ADAL" clId="{D69ABF80-3EA8-4D85-9958-18609358658E}" dt="2024-09-05T13:30:04.558" v="78"/>
        <pc:sldMkLst>
          <pc:docMk/>
          <pc:sldMk cId="0" sldId="352"/>
        </pc:sldMkLst>
        <pc:spChg chg="mod">
          <ac:chgData name="Бессмертный Игорь Александрович" userId="4f489ec6-c9ca-4727-b2ff-e9e7b63d68f3" providerId="ADAL" clId="{D69ABF80-3EA8-4D85-9958-18609358658E}" dt="2024-09-05T13:30:04.558" v="78"/>
          <ac:spMkLst>
            <pc:docMk/>
            <pc:sldMk cId="0" sldId="352"/>
            <ac:spMk id="2" creationId="{00000000-0000-0000-0000-000000000000}"/>
          </ac:spMkLst>
        </pc:spChg>
        <pc:spChg chg="mod">
          <ac:chgData name="Бессмертный Игорь Александрович" userId="4f489ec6-c9ca-4727-b2ff-e9e7b63d68f3" providerId="ADAL" clId="{D69ABF80-3EA8-4D85-9958-18609358658E}" dt="2024-09-05T13:29:35.292" v="72" actId="27636"/>
          <ac:spMkLst>
            <pc:docMk/>
            <pc:sldMk cId="0" sldId="352"/>
            <ac:spMk id="4" creationId="{00000000-0000-0000-0000-000000000000}"/>
          </ac:spMkLst>
        </pc:spChg>
      </pc:sldChg>
      <pc:sldChg chg="modSp">
        <pc:chgData name="Бессмертный Игорь Александрович" userId="4f489ec6-c9ca-4727-b2ff-e9e7b63d68f3" providerId="ADAL" clId="{D69ABF80-3EA8-4D85-9958-18609358658E}" dt="2024-09-05T13:30:04.558" v="78"/>
        <pc:sldMkLst>
          <pc:docMk/>
          <pc:sldMk cId="0" sldId="353"/>
        </pc:sldMkLst>
        <pc:spChg chg="mod">
          <ac:chgData name="Бессмертный Игорь Александрович" userId="4f489ec6-c9ca-4727-b2ff-e9e7b63d68f3" providerId="ADAL" clId="{D69ABF80-3EA8-4D85-9958-18609358658E}" dt="2024-09-05T13:30:04.558" v="78"/>
          <ac:spMkLst>
            <pc:docMk/>
            <pc:sldMk cId="0" sldId="353"/>
            <ac:spMk id="2" creationId="{00000000-0000-0000-0000-000000000000}"/>
          </ac:spMkLst>
        </pc:spChg>
      </pc:sldChg>
      <pc:sldChg chg="modSp mod">
        <pc:chgData name="Бессмертный Игорь Александрович" userId="4f489ec6-c9ca-4727-b2ff-e9e7b63d68f3" providerId="ADAL" clId="{D69ABF80-3EA8-4D85-9958-18609358658E}" dt="2024-09-05T13:30:04.684" v="81" actId="27636"/>
        <pc:sldMkLst>
          <pc:docMk/>
          <pc:sldMk cId="0" sldId="354"/>
        </pc:sldMkLst>
        <pc:spChg chg="mod">
          <ac:chgData name="Бессмертный Игорь Александрович" userId="4f489ec6-c9ca-4727-b2ff-e9e7b63d68f3" providerId="ADAL" clId="{D69ABF80-3EA8-4D85-9958-18609358658E}" dt="2024-09-05T13:30:04.558" v="78"/>
          <ac:spMkLst>
            <pc:docMk/>
            <pc:sldMk cId="0" sldId="354"/>
            <ac:spMk id="2" creationId="{00000000-0000-0000-0000-000000000000}"/>
          </ac:spMkLst>
        </pc:spChg>
        <pc:spChg chg="mod">
          <ac:chgData name="Бессмертный Игорь Александрович" userId="4f489ec6-c9ca-4727-b2ff-e9e7b63d68f3" providerId="ADAL" clId="{D69ABF80-3EA8-4D85-9958-18609358658E}" dt="2024-09-05T13:30:04.684" v="81" actId="27636"/>
          <ac:spMkLst>
            <pc:docMk/>
            <pc:sldMk cId="0" sldId="354"/>
            <ac:spMk id="4" creationId="{00000000-0000-0000-0000-000000000000}"/>
          </ac:spMkLst>
        </pc:spChg>
      </pc:sldChg>
      <pc:sldChg chg="modSp">
        <pc:chgData name="Бессмертный Игорь Александрович" userId="4f489ec6-c9ca-4727-b2ff-e9e7b63d68f3" providerId="ADAL" clId="{D69ABF80-3EA8-4D85-9958-18609358658E}" dt="2024-09-05T13:30:04.558" v="78"/>
        <pc:sldMkLst>
          <pc:docMk/>
          <pc:sldMk cId="0" sldId="355"/>
        </pc:sldMkLst>
        <pc:spChg chg="mod">
          <ac:chgData name="Бессмертный Игорь Александрович" userId="4f489ec6-c9ca-4727-b2ff-e9e7b63d68f3" providerId="ADAL" clId="{D69ABF80-3EA8-4D85-9958-18609358658E}" dt="2024-09-05T13:30:04.558" v="78"/>
          <ac:spMkLst>
            <pc:docMk/>
            <pc:sldMk cId="0" sldId="355"/>
            <ac:spMk id="2" creationId="{00000000-0000-0000-0000-000000000000}"/>
          </ac:spMkLst>
        </pc:spChg>
      </pc:sldChg>
      <pc:sldChg chg="modSp">
        <pc:chgData name="Бессмертный Игорь Александрович" userId="4f489ec6-c9ca-4727-b2ff-e9e7b63d68f3" providerId="ADAL" clId="{D69ABF80-3EA8-4D85-9958-18609358658E}" dt="2024-09-05T13:30:04.558" v="78"/>
        <pc:sldMkLst>
          <pc:docMk/>
          <pc:sldMk cId="0" sldId="356"/>
        </pc:sldMkLst>
        <pc:spChg chg="mod">
          <ac:chgData name="Бессмертный Игорь Александрович" userId="4f489ec6-c9ca-4727-b2ff-e9e7b63d68f3" providerId="ADAL" clId="{D69ABF80-3EA8-4D85-9958-18609358658E}" dt="2024-09-05T13:30:04.558" v="78"/>
          <ac:spMkLst>
            <pc:docMk/>
            <pc:sldMk cId="0" sldId="356"/>
            <ac:spMk id="2" creationId="{00000000-0000-0000-0000-000000000000}"/>
          </ac:spMkLst>
        </pc:spChg>
      </pc:sldChg>
      <pc:sldChg chg="modSp">
        <pc:chgData name="Бессмертный Игорь Александрович" userId="4f489ec6-c9ca-4727-b2ff-e9e7b63d68f3" providerId="ADAL" clId="{D69ABF80-3EA8-4D85-9958-18609358658E}" dt="2024-09-05T13:30:04.558" v="78"/>
        <pc:sldMkLst>
          <pc:docMk/>
          <pc:sldMk cId="0" sldId="357"/>
        </pc:sldMkLst>
        <pc:spChg chg="mod">
          <ac:chgData name="Бессмертный Игорь Александрович" userId="4f489ec6-c9ca-4727-b2ff-e9e7b63d68f3" providerId="ADAL" clId="{D69ABF80-3EA8-4D85-9958-18609358658E}" dt="2024-09-05T13:30:04.558" v="78"/>
          <ac:spMkLst>
            <pc:docMk/>
            <pc:sldMk cId="0" sldId="357"/>
            <ac:spMk id="2" creationId="{00000000-0000-0000-0000-000000000000}"/>
          </ac:spMkLst>
        </pc:spChg>
      </pc:sldChg>
      <pc:sldChg chg="modSp">
        <pc:chgData name="Бессмертный Игорь Александрович" userId="4f489ec6-c9ca-4727-b2ff-e9e7b63d68f3" providerId="ADAL" clId="{D69ABF80-3EA8-4D85-9958-18609358658E}" dt="2024-09-05T13:30:04.558" v="78"/>
        <pc:sldMkLst>
          <pc:docMk/>
          <pc:sldMk cId="0" sldId="358"/>
        </pc:sldMkLst>
        <pc:spChg chg="mod">
          <ac:chgData name="Бессмертный Игорь Александрович" userId="4f489ec6-c9ca-4727-b2ff-e9e7b63d68f3" providerId="ADAL" clId="{D69ABF80-3EA8-4D85-9958-18609358658E}" dt="2024-09-05T13:30:04.558" v="78"/>
          <ac:spMkLst>
            <pc:docMk/>
            <pc:sldMk cId="0" sldId="358"/>
            <ac:spMk id="2" creationId="{00000000-0000-0000-0000-000000000000}"/>
          </ac:spMkLst>
        </pc:spChg>
      </pc:sldChg>
      <pc:sldChg chg="modSp">
        <pc:chgData name="Бессмертный Игорь Александрович" userId="4f489ec6-c9ca-4727-b2ff-e9e7b63d68f3" providerId="ADAL" clId="{D69ABF80-3EA8-4D85-9958-18609358658E}" dt="2024-09-05T13:30:04.558" v="78"/>
        <pc:sldMkLst>
          <pc:docMk/>
          <pc:sldMk cId="0" sldId="359"/>
        </pc:sldMkLst>
        <pc:spChg chg="mod">
          <ac:chgData name="Бессмертный Игорь Александрович" userId="4f489ec6-c9ca-4727-b2ff-e9e7b63d68f3" providerId="ADAL" clId="{D69ABF80-3EA8-4D85-9958-18609358658E}" dt="2024-09-05T13:30:04.558" v="78"/>
          <ac:spMkLst>
            <pc:docMk/>
            <pc:sldMk cId="0" sldId="359"/>
            <ac:spMk id="2" creationId="{00000000-0000-0000-0000-000000000000}"/>
          </ac:spMkLst>
        </pc:spChg>
        <pc:spChg chg="mod">
          <ac:chgData name="Бессмертный Игорь Александрович" userId="4f489ec6-c9ca-4727-b2ff-e9e7b63d68f3" providerId="ADAL" clId="{D69ABF80-3EA8-4D85-9958-18609358658E}" dt="2024-09-05T13:30:04.558" v="78"/>
          <ac:spMkLst>
            <pc:docMk/>
            <pc:sldMk cId="0" sldId="359"/>
            <ac:spMk id="5" creationId="{00000000-0000-0000-0000-000000000000}"/>
          </ac:spMkLst>
        </pc:spChg>
      </pc:sldChg>
      <pc:sldChg chg="modSp">
        <pc:chgData name="Бессмертный Игорь Александрович" userId="4f489ec6-c9ca-4727-b2ff-e9e7b63d68f3" providerId="ADAL" clId="{D69ABF80-3EA8-4D85-9958-18609358658E}" dt="2024-09-05T13:30:04.558" v="78"/>
        <pc:sldMkLst>
          <pc:docMk/>
          <pc:sldMk cId="0" sldId="360"/>
        </pc:sldMkLst>
        <pc:spChg chg="mod">
          <ac:chgData name="Бессмертный Игорь Александрович" userId="4f489ec6-c9ca-4727-b2ff-e9e7b63d68f3" providerId="ADAL" clId="{D69ABF80-3EA8-4D85-9958-18609358658E}" dt="2024-09-05T13:30:04.558" v="78"/>
          <ac:spMkLst>
            <pc:docMk/>
            <pc:sldMk cId="0" sldId="360"/>
            <ac:spMk id="2" creationId="{00000000-0000-0000-0000-000000000000}"/>
          </ac:spMkLst>
        </pc:spChg>
        <pc:spChg chg="mod">
          <ac:chgData name="Бессмертный Игорь Александрович" userId="4f489ec6-c9ca-4727-b2ff-e9e7b63d68f3" providerId="ADAL" clId="{D69ABF80-3EA8-4D85-9958-18609358658E}" dt="2024-09-05T13:30:04.558" v="78"/>
          <ac:spMkLst>
            <pc:docMk/>
            <pc:sldMk cId="0" sldId="360"/>
            <ac:spMk id="5" creationId="{00000000-0000-0000-0000-000000000000}"/>
          </ac:spMkLst>
        </pc:spChg>
      </pc:sldChg>
      <pc:sldChg chg="modSp">
        <pc:chgData name="Бессмертный Игорь Александрович" userId="4f489ec6-c9ca-4727-b2ff-e9e7b63d68f3" providerId="ADAL" clId="{D69ABF80-3EA8-4D85-9958-18609358658E}" dt="2024-09-05T13:30:04.558" v="78"/>
        <pc:sldMkLst>
          <pc:docMk/>
          <pc:sldMk cId="0" sldId="361"/>
        </pc:sldMkLst>
        <pc:spChg chg="mod">
          <ac:chgData name="Бессмертный Игорь Александрович" userId="4f489ec6-c9ca-4727-b2ff-e9e7b63d68f3" providerId="ADAL" clId="{D69ABF80-3EA8-4D85-9958-18609358658E}" dt="2024-09-05T13:30:04.558" v="78"/>
          <ac:spMkLst>
            <pc:docMk/>
            <pc:sldMk cId="0" sldId="361"/>
            <ac:spMk id="2" creationId="{00000000-0000-0000-0000-000000000000}"/>
          </ac:spMkLst>
        </pc:spChg>
        <pc:spChg chg="mod">
          <ac:chgData name="Бессмертный Игорь Александрович" userId="4f489ec6-c9ca-4727-b2ff-e9e7b63d68f3" providerId="ADAL" clId="{D69ABF80-3EA8-4D85-9958-18609358658E}" dt="2024-09-05T13:30:04.558" v="78"/>
          <ac:spMkLst>
            <pc:docMk/>
            <pc:sldMk cId="0" sldId="361"/>
            <ac:spMk id="5" creationId="{00000000-0000-0000-0000-000000000000}"/>
          </ac:spMkLst>
        </pc:spChg>
      </pc:sldChg>
      <pc:sldChg chg="modSp">
        <pc:chgData name="Бессмертный Игорь Александрович" userId="4f489ec6-c9ca-4727-b2ff-e9e7b63d68f3" providerId="ADAL" clId="{D69ABF80-3EA8-4D85-9958-18609358658E}" dt="2024-09-05T13:30:04.558" v="78"/>
        <pc:sldMkLst>
          <pc:docMk/>
          <pc:sldMk cId="0" sldId="362"/>
        </pc:sldMkLst>
        <pc:spChg chg="mod">
          <ac:chgData name="Бессмертный Игорь Александрович" userId="4f489ec6-c9ca-4727-b2ff-e9e7b63d68f3" providerId="ADAL" clId="{D69ABF80-3EA8-4D85-9958-18609358658E}" dt="2024-09-05T13:30:04.558" v="78"/>
          <ac:spMkLst>
            <pc:docMk/>
            <pc:sldMk cId="0" sldId="362"/>
            <ac:spMk id="2" creationId="{00000000-0000-0000-0000-000000000000}"/>
          </ac:spMkLst>
        </pc:spChg>
        <pc:spChg chg="mod">
          <ac:chgData name="Бессмертный Игорь Александрович" userId="4f489ec6-c9ca-4727-b2ff-e9e7b63d68f3" providerId="ADAL" clId="{D69ABF80-3EA8-4D85-9958-18609358658E}" dt="2024-09-05T13:30:04.558" v="78"/>
          <ac:spMkLst>
            <pc:docMk/>
            <pc:sldMk cId="0" sldId="362"/>
            <ac:spMk id="5" creationId="{00000000-0000-0000-0000-000000000000}"/>
          </ac:spMkLst>
        </pc:spChg>
      </pc:sldChg>
      <pc:sldChg chg="modSp">
        <pc:chgData name="Бессмертный Игорь Александрович" userId="4f489ec6-c9ca-4727-b2ff-e9e7b63d68f3" providerId="ADAL" clId="{D69ABF80-3EA8-4D85-9958-18609358658E}" dt="2024-09-05T13:30:04.558" v="78"/>
        <pc:sldMkLst>
          <pc:docMk/>
          <pc:sldMk cId="0" sldId="363"/>
        </pc:sldMkLst>
        <pc:spChg chg="mod">
          <ac:chgData name="Бессмертный Игорь Александрович" userId="4f489ec6-c9ca-4727-b2ff-e9e7b63d68f3" providerId="ADAL" clId="{D69ABF80-3EA8-4D85-9958-18609358658E}" dt="2024-09-05T13:30:04.558" v="78"/>
          <ac:spMkLst>
            <pc:docMk/>
            <pc:sldMk cId="0" sldId="363"/>
            <ac:spMk id="2" creationId="{00000000-0000-0000-0000-000000000000}"/>
          </ac:spMkLst>
        </pc:spChg>
        <pc:spChg chg="mod">
          <ac:chgData name="Бессмертный Игорь Александрович" userId="4f489ec6-c9ca-4727-b2ff-e9e7b63d68f3" providerId="ADAL" clId="{D69ABF80-3EA8-4D85-9958-18609358658E}" dt="2024-09-05T13:30:04.558" v="78"/>
          <ac:spMkLst>
            <pc:docMk/>
            <pc:sldMk cId="0" sldId="363"/>
            <ac:spMk id="5" creationId="{00000000-0000-0000-0000-000000000000}"/>
          </ac:spMkLst>
        </pc:spChg>
      </pc:sldChg>
      <pc:sldChg chg="modSp">
        <pc:chgData name="Бессмертный Игорь Александрович" userId="4f489ec6-c9ca-4727-b2ff-e9e7b63d68f3" providerId="ADAL" clId="{D69ABF80-3EA8-4D85-9958-18609358658E}" dt="2024-09-05T13:30:04.558" v="78"/>
        <pc:sldMkLst>
          <pc:docMk/>
          <pc:sldMk cId="0" sldId="364"/>
        </pc:sldMkLst>
        <pc:spChg chg="mod">
          <ac:chgData name="Бессмертный Игорь Александрович" userId="4f489ec6-c9ca-4727-b2ff-e9e7b63d68f3" providerId="ADAL" clId="{D69ABF80-3EA8-4D85-9958-18609358658E}" dt="2024-09-05T13:30:04.558" v="78"/>
          <ac:spMkLst>
            <pc:docMk/>
            <pc:sldMk cId="0" sldId="364"/>
            <ac:spMk id="2" creationId="{00000000-0000-0000-0000-000000000000}"/>
          </ac:spMkLst>
        </pc:spChg>
        <pc:spChg chg="mod">
          <ac:chgData name="Бессмертный Игорь Александрович" userId="4f489ec6-c9ca-4727-b2ff-e9e7b63d68f3" providerId="ADAL" clId="{D69ABF80-3EA8-4D85-9958-18609358658E}" dt="2024-09-05T13:30:04.558" v="78"/>
          <ac:spMkLst>
            <pc:docMk/>
            <pc:sldMk cId="0" sldId="364"/>
            <ac:spMk id="5" creationId="{00000000-0000-0000-0000-000000000000}"/>
          </ac:spMkLst>
        </pc:spChg>
      </pc:sldChg>
      <pc:sldChg chg="modSp">
        <pc:chgData name="Бессмертный Игорь Александрович" userId="4f489ec6-c9ca-4727-b2ff-e9e7b63d68f3" providerId="ADAL" clId="{D69ABF80-3EA8-4D85-9958-18609358658E}" dt="2024-09-05T13:30:04.558" v="78"/>
        <pc:sldMkLst>
          <pc:docMk/>
          <pc:sldMk cId="0" sldId="365"/>
        </pc:sldMkLst>
        <pc:spChg chg="mod">
          <ac:chgData name="Бессмертный Игорь Александрович" userId="4f489ec6-c9ca-4727-b2ff-e9e7b63d68f3" providerId="ADAL" clId="{D69ABF80-3EA8-4D85-9958-18609358658E}" dt="2024-09-05T13:30:04.558" v="78"/>
          <ac:spMkLst>
            <pc:docMk/>
            <pc:sldMk cId="0" sldId="365"/>
            <ac:spMk id="2" creationId="{00000000-0000-0000-0000-000000000000}"/>
          </ac:spMkLst>
        </pc:spChg>
        <pc:spChg chg="mod">
          <ac:chgData name="Бессмертный Игорь Александрович" userId="4f489ec6-c9ca-4727-b2ff-e9e7b63d68f3" providerId="ADAL" clId="{D69ABF80-3EA8-4D85-9958-18609358658E}" dt="2024-09-05T13:30:04.558" v="78"/>
          <ac:spMkLst>
            <pc:docMk/>
            <pc:sldMk cId="0" sldId="365"/>
            <ac:spMk id="5" creationId="{00000000-0000-0000-0000-000000000000}"/>
          </ac:spMkLst>
        </pc:spChg>
      </pc:sldChg>
      <pc:sldChg chg="modSp">
        <pc:chgData name="Бессмертный Игорь Александрович" userId="4f489ec6-c9ca-4727-b2ff-e9e7b63d68f3" providerId="ADAL" clId="{D69ABF80-3EA8-4D85-9958-18609358658E}" dt="2024-09-05T13:30:04.558" v="78"/>
        <pc:sldMkLst>
          <pc:docMk/>
          <pc:sldMk cId="0" sldId="366"/>
        </pc:sldMkLst>
        <pc:spChg chg="mod">
          <ac:chgData name="Бессмертный Игорь Александрович" userId="4f489ec6-c9ca-4727-b2ff-e9e7b63d68f3" providerId="ADAL" clId="{D69ABF80-3EA8-4D85-9958-18609358658E}" dt="2024-09-05T13:30:04.558" v="78"/>
          <ac:spMkLst>
            <pc:docMk/>
            <pc:sldMk cId="0" sldId="366"/>
            <ac:spMk id="2" creationId="{00000000-0000-0000-0000-000000000000}"/>
          </ac:spMkLst>
        </pc:spChg>
        <pc:spChg chg="mod">
          <ac:chgData name="Бессмертный Игорь Александрович" userId="4f489ec6-c9ca-4727-b2ff-e9e7b63d68f3" providerId="ADAL" clId="{D69ABF80-3EA8-4D85-9958-18609358658E}" dt="2024-09-05T13:30:04.558" v="78"/>
          <ac:spMkLst>
            <pc:docMk/>
            <pc:sldMk cId="0" sldId="366"/>
            <ac:spMk id="5" creationId="{00000000-0000-0000-0000-000000000000}"/>
          </ac:spMkLst>
        </pc:spChg>
      </pc:sldChg>
      <pc:sldChg chg="modSp mod ord">
        <pc:chgData name="Бессмертный Игорь Александрович" userId="4f489ec6-c9ca-4727-b2ff-e9e7b63d68f3" providerId="ADAL" clId="{D69ABF80-3EA8-4D85-9958-18609358658E}" dt="2024-09-05T13:30:57.753" v="96" actId="20577"/>
        <pc:sldMkLst>
          <pc:docMk/>
          <pc:sldMk cId="0" sldId="367"/>
        </pc:sldMkLst>
        <pc:spChg chg="mod">
          <ac:chgData name="Бессмертный Игорь Александрович" userId="4f489ec6-c9ca-4727-b2ff-e9e7b63d68f3" providerId="ADAL" clId="{D69ABF80-3EA8-4D85-9958-18609358658E}" dt="2024-09-05T13:30:57.753" v="96" actId="20577"/>
          <ac:spMkLst>
            <pc:docMk/>
            <pc:sldMk cId="0" sldId="367"/>
            <ac:spMk id="2" creationId="{00000000-0000-0000-0000-000000000000}"/>
          </ac:spMkLst>
        </pc:spChg>
      </pc:sldChg>
      <pc:sldChg chg="modSp">
        <pc:chgData name="Бессмертный Игорь Александрович" userId="4f489ec6-c9ca-4727-b2ff-e9e7b63d68f3" providerId="ADAL" clId="{D69ABF80-3EA8-4D85-9958-18609358658E}" dt="2024-09-05T13:30:04.558" v="78"/>
        <pc:sldMkLst>
          <pc:docMk/>
          <pc:sldMk cId="0" sldId="368"/>
        </pc:sldMkLst>
        <pc:spChg chg="mod">
          <ac:chgData name="Бессмертный Игорь Александрович" userId="4f489ec6-c9ca-4727-b2ff-e9e7b63d68f3" providerId="ADAL" clId="{D69ABF80-3EA8-4D85-9958-18609358658E}" dt="2024-09-05T13:30:04.558" v="78"/>
          <ac:spMkLst>
            <pc:docMk/>
            <pc:sldMk cId="0" sldId="368"/>
            <ac:spMk id="2" creationId="{00000000-0000-0000-0000-000000000000}"/>
          </ac:spMkLst>
        </pc:spChg>
      </pc:sldChg>
    </pc:docChg>
  </pc:docChgLst>
  <pc:docChgLst>
    <pc:chgData name="Бессмертный Игорь Александрович" userId="4f489ec6-c9ca-4727-b2ff-e9e7b63d68f3" providerId="ADAL" clId="{3F989666-CEDC-48B9-9646-F0C2FE333114}"/>
    <pc:docChg chg="undo custSel addSld modSld">
      <pc:chgData name="Бессмертный Игорь Александрович" userId="4f489ec6-c9ca-4727-b2ff-e9e7b63d68f3" providerId="ADAL" clId="{3F989666-CEDC-48B9-9646-F0C2FE333114}" dt="2024-09-12T08:02:33.036" v="495" actId="20577"/>
      <pc:docMkLst>
        <pc:docMk/>
      </pc:docMkLst>
      <pc:sldChg chg="modSp mod">
        <pc:chgData name="Бессмертный Игорь Александрович" userId="4f489ec6-c9ca-4727-b2ff-e9e7b63d68f3" providerId="ADAL" clId="{3F989666-CEDC-48B9-9646-F0C2FE333114}" dt="2024-09-12T07:33:08.443" v="85" actId="20577"/>
        <pc:sldMkLst>
          <pc:docMk/>
          <pc:sldMk cId="0" sldId="256"/>
        </pc:sldMkLst>
        <pc:spChg chg="mod">
          <ac:chgData name="Бессмертный Игорь Александрович" userId="4f489ec6-c9ca-4727-b2ff-e9e7b63d68f3" providerId="ADAL" clId="{3F989666-CEDC-48B9-9646-F0C2FE333114}" dt="2024-09-12T07:32:27.537" v="33" actId="27636"/>
          <ac:spMkLst>
            <pc:docMk/>
            <pc:sldMk cId="0" sldId="256"/>
            <ac:spMk id="2" creationId="{00000000-0000-0000-0000-000000000000}"/>
          </ac:spMkLst>
        </pc:spChg>
        <pc:spChg chg="mod">
          <ac:chgData name="Бессмертный Игорь Александрович" userId="4f489ec6-c9ca-4727-b2ff-e9e7b63d68f3" providerId="ADAL" clId="{3F989666-CEDC-48B9-9646-F0C2FE333114}" dt="2024-09-12T07:33:08.443" v="85" actId="20577"/>
          <ac:spMkLst>
            <pc:docMk/>
            <pc:sldMk cId="0" sldId="256"/>
            <ac:spMk id="3" creationId="{00000000-0000-0000-0000-000000000000}"/>
          </ac:spMkLst>
        </pc:spChg>
      </pc:sldChg>
      <pc:sldChg chg="delSp mod delAnim">
        <pc:chgData name="Бессмертный Игорь Александрович" userId="4f489ec6-c9ca-4727-b2ff-e9e7b63d68f3" providerId="ADAL" clId="{3F989666-CEDC-48B9-9646-F0C2FE333114}" dt="2024-09-12T07:31:56.474" v="4" actId="478"/>
        <pc:sldMkLst>
          <pc:docMk/>
          <pc:sldMk cId="0" sldId="267"/>
        </pc:sldMkLst>
        <pc:picChg chg="del">
          <ac:chgData name="Бессмертный Игорь Александрович" userId="4f489ec6-c9ca-4727-b2ff-e9e7b63d68f3" providerId="ADAL" clId="{3F989666-CEDC-48B9-9646-F0C2FE333114}" dt="2024-09-12T07:31:56.474" v="4" actId="478"/>
          <ac:picMkLst>
            <pc:docMk/>
            <pc:sldMk cId="0" sldId="267"/>
            <ac:picMk id="4" creationId="{5335D463-D1BE-4C30-9EB8-08388F58E8FB}"/>
          </ac:picMkLst>
        </pc:picChg>
      </pc:sldChg>
      <pc:sldChg chg="delSp modSp mod delAnim">
        <pc:chgData name="Бессмертный Игорь Александрович" userId="4f489ec6-c9ca-4727-b2ff-e9e7b63d68f3" providerId="ADAL" clId="{3F989666-CEDC-48B9-9646-F0C2FE333114}" dt="2024-09-12T07:48:00.726" v="255" actId="20577"/>
        <pc:sldMkLst>
          <pc:docMk/>
          <pc:sldMk cId="0" sldId="268"/>
        </pc:sldMkLst>
        <pc:spChg chg="mod">
          <ac:chgData name="Бессмертный Игорь Александрович" userId="4f489ec6-c9ca-4727-b2ff-e9e7b63d68f3" providerId="ADAL" clId="{3F989666-CEDC-48B9-9646-F0C2FE333114}" dt="2024-09-12T07:48:00.726" v="255" actId="20577"/>
          <ac:spMkLst>
            <pc:docMk/>
            <pc:sldMk cId="0" sldId="268"/>
            <ac:spMk id="2" creationId="{00000000-0000-0000-0000-000000000000}"/>
          </ac:spMkLst>
        </pc:spChg>
        <pc:picChg chg="del">
          <ac:chgData name="Бессмертный Игорь Александрович" userId="4f489ec6-c9ca-4727-b2ff-e9e7b63d68f3" providerId="ADAL" clId="{3F989666-CEDC-48B9-9646-F0C2FE333114}" dt="2024-09-12T07:39:47.996" v="159" actId="478"/>
          <ac:picMkLst>
            <pc:docMk/>
            <pc:sldMk cId="0" sldId="268"/>
            <ac:picMk id="4" creationId="{2307B483-85C9-4FCE-919D-BF235167B695}"/>
          </ac:picMkLst>
        </pc:picChg>
      </pc:sldChg>
      <pc:sldChg chg="delSp mod delAnim">
        <pc:chgData name="Бессмертный Игорь Александрович" userId="4f489ec6-c9ca-4727-b2ff-e9e7b63d68f3" providerId="ADAL" clId="{3F989666-CEDC-48B9-9646-F0C2FE333114}" dt="2024-09-12T07:39:55.057" v="160" actId="478"/>
        <pc:sldMkLst>
          <pc:docMk/>
          <pc:sldMk cId="0" sldId="269"/>
        </pc:sldMkLst>
        <pc:picChg chg="del">
          <ac:chgData name="Бессмертный Игорь Александрович" userId="4f489ec6-c9ca-4727-b2ff-e9e7b63d68f3" providerId="ADAL" clId="{3F989666-CEDC-48B9-9646-F0C2FE333114}" dt="2024-09-12T07:39:55.057" v="160" actId="478"/>
          <ac:picMkLst>
            <pc:docMk/>
            <pc:sldMk cId="0" sldId="269"/>
            <ac:picMk id="4" creationId="{F57A7938-0478-4259-BDF5-4E46EB5810BB}"/>
          </ac:picMkLst>
        </pc:picChg>
      </pc:sldChg>
      <pc:sldChg chg="delSp mod delAnim">
        <pc:chgData name="Бессмертный Игорь Александрович" userId="4f489ec6-c9ca-4727-b2ff-e9e7b63d68f3" providerId="ADAL" clId="{3F989666-CEDC-48B9-9646-F0C2FE333114}" dt="2024-09-12T07:40:00.239" v="161" actId="478"/>
        <pc:sldMkLst>
          <pc:docMk/>
          <pc:sldMk cId="0" sldId="270"/>
        </pc:sldMkLst>
        <pc:picChg chg="del">
          <ac:chgData name="Бессмертный Игорь Александрович" userId="4f489ec6-c9ca-4727-b2ff-e9e7b63d68f3" providerId="ADAL" clId="{3F989666-CEDC-48B9-9646-F0C2FE333114}" dt="2024-09-12T07:40:00.239" v="161" actId="478"/>
          <ac:picMkLst>
            <pc:docMk/>
            <pc:sldMk cId="0" sldId="270"/>
            <ac:picMk id="3" creationId="{0200BAD9-7F93-493B-B89F-18D1C2B1F416}"/>
          </ac:picMkLst>
        </pc:picChg>
      </pc:sldChg>
      <pc:sldChg chg="delSp mod delAnim">
        <pc:chgData name="Бессмертный Игорь Александрович" userId="4f489ec6-c9ca-4727-b2ff-e9e7b63d68f3" providerId="ADAL" clId="{3F989666-CEDC-48B9-9646-F0C2FE333114}" dt="2024-09-12T07:40:46.332" v="169" actId="478"/>
        <pc:sldMkLst>
          <pc:docMk/>
          <pc:sldMk cId="0" sldId="282"/>
        </pc:sldMkLst>
        <pc:picChg chg="del">
          <ac:chgData name="Бессмертный Игорь Александрович" userId="4f489ec6-c9ca-4727-b2ff-e9e7b63d68f3" providerId="ADAL" clId="{3F989666-CEDC-48B9-9646-F0C2FE333114}" dt="2024-09-12T07:40:46.332" v="169" actId="478"/>
          <ac:picMkLst>
            <pc:docMk/>
            <pc:sldMk cId="0" sldId="282"/>
            <ac:picMk id="3" creationId="{7C731E98-1789-4944-8AF9-CAF93E09BB22}"/>
          </ac:picMkLst>
        </pc:picChg>
      </pc:sldChg>
      <pc:sldChg chg="delSp mod delAnim">
        <pc:chgData name="Бессмертный Игорь Александрович" userId="4f489ec6-c9ca-4727-b2ff-e9e7b63d68f3" providerId="ADAL" clId="{3F989666-CEDC-48B9-9646-F0C2FE333114}" dt="2024-09-12T07:40:51.319" v="170" actId="478"/>
        <pc:sldMkLst>
          <pc:docMk/>
          <pc:sldMk cId="0" sldId="283"/>
        </pc:sldMkLst>
        <pc:picChg chg="del">
          <ac:chgData name="Бессмертный Игорь Александрович" userId="4f489ec6-c9ca-4727-b2ff-e9e7b63d68f3" providerId="ADAL" clId="{3F989666-CEDC-48B9-9646-F0C2FE333114}" dt="2024-09-12T07:40:51.319" v="170" actId="478"/>
          <ac:picMkLst>
            <pc:docMk/>
            <pc:sldMk cId="0" sldId="283"/>
            <ac:picMk id="4" creationId="{15480986-FC18-4B09-A233-3785A85F505C}"/>
          </ac:picMkLst>
        </pc:picChg>
      </pc:sldChg>
      <pc:sldChg chg="delSp mod delAnim">
        <pc:chgData name="Бессмертный Игорь Александрович" userId="4f489ec6-c9ca-4727-b2ff-e9e7b63d68f3" providerId="ADAL" clId="{3F989666-CEDC-48B9-9646-F0C2FE333114}" dt="2024-09-12T07:40:56.402" v="171" actId="478"/>
        <pc:sldMkLst>
          <pc:docMk/>
          <pc:sldMk cId="0" sldId="286"/>
        </pc:sldMkLst>
        <pc:picChg chg="del">
          <ac:chgData name="Бессмертный Игорь Александрович" userId="4f489ec6-c9ca-4727-b2ff-e9e7b63d68f3" providerId="ADAL" clId="{3F989666-CEDC-48B9-9646-F0C2FE333114}" dt="2024-09-12T07:40:56.402" v="171" actId="478"/>
          <ac:picMkLst>
            <pc:docMk/>
            <pc:sldMk cId="0" sldId="286"/>
            <ac:picMk id="4" creationId="{E851B1A5-A840-4B86-9DD5-863176DBB46F}"/>
          </ac:picMkLst>
        </pc:picChg>
      </pc:sldChg>
      <pc:sldChg chg="delSp mod delAnim">
        <pc:chgData name="Бессмертный Игорь Александрович" userId="4f489ec6-c9ca-4727-b2ff-e9e7b63d68f3" providerId="ADAL" clId="{3F989666-CEDC-48B9-9646-F0C2FE333114}" dt="2024-09-12T07:41:01.817" v="172" actId="478"/>
        <pc:sldMkLst>
          <pc:docMk/>
          <pc:sldMk cId="0" sldId="287"/>
        </pc:sldMkLst>
        <pc:picChg chg="del">
          <ac:chgData name="Бессмертный Игорь Александрович" userId="4f489ec6-c9ca-4727-b2ff-e9e7b63d68f3" providerId="ADAL" clId="{3F989666-CEDC-48B9-9646-F0C2FE333114}" dt="2024-09-12T07:41:01.817" v="172" actId="478"/>
          <ac:picMkLst>
            <pc:docMk/>
            <pc:sldMk cId="0" sldId="287"/>
            <ac:picMk id="4" creationId="{A7533365-2D47-47D3-A204-6D1A3219091D}"/>
          </ac:picMkLst>
        </pc:picChg>
      </pc:sldChg>
      <pc:sldChg chg="delSp mod delAnim">
        <pc:chgData name="Бессмертный Игорь Александрович" userId="4f489ec6-c9ca-4727-b2ff-e9e7b63d68f3" providerId="ADAL" clId="{3F989666-CEDC-48B9-9646-F0C2FE333114}" dt="2024-09-12T07:41:05.491" v="173" actId="478"/>
        <pc:sldMkLst>
          <pc:docMk/>
          <pc:sldMk cId="0" sldId="288"/>
        </pc:sldMkLst>
        <pc:picChg chg="del">
          <ac:chgData name="Бессмертный Игорь Александрович" userId="4f489ec6-c9ca-4727-b2ff-e9e7b63d68f3" providerId="ADAL" clId="{3F989666-CEDC-48B9-9646-F0C2FE333114}" dt="2024-09-12T07:41:05.491" v="173" actId="478"/>
          <ac:picMkLst>
            <pc:docMk/>
            <pc:sldMk cId="0" sldId="288"/>
            <ac:picMk id="4" creationId="{DAB884B0-CBA0-4420-9D3E-9464C764B050}"/>
          </ac:picMkLst>
        </pc:picChg>
      </pc:sldChg>
      <pc:sldChg chg="delSp mod delAnim">
        <pc:chgData name="Бессмертный Игорь Александрович" userId="4f489ec6-c9ca-4727-b2ff-e9e7b63d68f3" providerId="ADAL" clId="{3F989666-CEDC-48B9-9646-F0C2FE333114}" dt="2024-09-12T07:41:09.355" v="174" actId="478"/>
        <pc:sldMkLst>
          <pc:docMk/>
          <pc:sldMk cId="0" sldId="289"/>
        </pc:sldMkLst>
        <pc:picChg chg="del">
          <ac:chgData name="Бессмертный Игорь Александрович" userId="4f489ec6-c9ca-4727-b2ff-e9e7b63d68f3" providerId="ADAL" clId="{3F989666-CEDC-48B9-9646-F0C2FE333114}" dt="2024-09-12T07:41:09.355" v="174" actId="478"/>
          <ac:picMkLst>
            <pc:docMk/>
            <pc:sldMk cId="0" sldId="289"/>
            <ac:picMk id="4" creationId="{5714BC0F-F847-411C-8CCC-EBD0094729AC}"/>
          </ac:picMkLst>
        </pc:picChg>
      </pc:sldChg>
      <pc:sldChg chg="delSp mod delAnim">
        <pc:chgData name="Бессмертный Игорь Александрович" userId="4f489ec6-c9ca-4727-b2ff-e9e7b63d68f3" providerId="ADAL" clId="{3F989666-CEDC-48B9-9646-F0C2FE333114}" dt="2024-09-12T07:41:12.349" v="175" actId="478"/>
        <pc:sldMkLst>
          <pc:docMk/>
          <pc:sldMk cId="0" sldId="290"/>
        </pc:sldMkLst>
        <pc:picChg chg="del">
          <ac:chgData name="Бессмертный Игорь Александрович" userId="4f489ec6-c9ca-4727-b2ff-e9e7b63d68f3" providerId="ADAL" clId="{3F989666-CEDC-48B9-9646-F0C2FE333114}" dt="2024-09-12T07:41:12.349" v="175" actId="478"/>
          <ac:picMkLst>
            <pc:docMk/>
            <pc:sldMk cId="0" sldId="290"/>
            <ac:picMk id="4" creationId="{8E2FD020-4FDC-40D6-AB0D-8442244629E4}"/>
          </ac:picMkLst>
        </pc:picChg>
      </pc:sldChg>
      <pc:sldChg chg="delSp mod delAnim">
        <pc:chgData name="Бессмертный Игорь Александрович" userId="4f489ec6-c9ca-4727-b2ff-e9e7b63d68f3" providerId="ADAL" clId="{3F989666-CEDC-48B9-9646-F0C2FE333114}" dt="2024-09-12T07:41:20.218" v="177" actId="478"/>
        <pc:sldMkLst>
          <pc:docMk/>
          <pc:sldMk cId="0" sldId="291"/>
        </pc:sldMkLst>
        <pc:picChg chg="del">
          <ac:chgData name="Бессмертный Игорь Александрович" userId="4f489ec6-c9ca-4727-b2ff-e9e7b63d68f3" providerId="ADAL" clId="{3F989666-CEDC-48B9-9646-F0C2FE333114}" dt="2024-09-12T07:41:20.218" v="177" actId="478"/>
          <ac:picMkLst>
            <pc:docMk/>
            <pc:sldMk cId="0" sldId="291"/>
            <ac:picMk id="4" creationId="{78B172DF-9798-4AAC-A9D4-44FA1FE36A3D}"/>
          </ac:picMkLst>
        </pc:picChg>
      </pc:sldChg>
      <pc:sldChg chg="delSp mod delAnim">
        <pc:chgData name="Бессмертный Игорь Александрович" userId="4f489ec6-c9ca-4727-b2ff-e9e7b63d68f3" providerId="ADAL" clId="{3F989666-CEDC-48B9-9646-F0C2FE333114}" dt="2024-09-12T07:41:32.710" v="180" actId="478"/>
        <pc:sldMkLst>
          <pc:docMk/>
          <pc:sldMk cId="0" sldId="292"/>
        </pc:sldMkLst>
        <pc:picChg chg="del">
          <ac:chgData name="Бессмертный Игорь Александрович" userId="4f489ec6-c9ca-4727-b2ff-e9e7b63d68f3" providerId="ADAL" clId="{3F989666-CEDC-48B9-9646-F0C2FE333114}" dt="2024-09-12T07:41:32.710" v="180" actId="478"/>
          <ac:picMkLst>
            <pc:docMk/>
            <pc:sldMk cId="0" sldId="292"/>
            <ac:picMk id="10" creationId="{30DE82CB-8495-45A7-9CEB-82FE103459ED}"/>
          </ac:picMkLst>
        </pc:picChg>
      </pc:sldChg>
      <pc:sldChg chg="delSp mod delAnim">
        <pc:chgData name="Бессмертный Игорь Александрович" userId="4f489ec6-c9ca-4727-b2ff-e9e7b63d68f3" providerId="ADAL" clId="{3F989666-CEDC-48B9-9646-F0C2FE333114}" dt="2024-09-12T07:41:28.300" v="179" actId="478"/>
        <pc:sldMkLst>
          <pc:docMk/>
          <pc:sldMk cId="0" sldId="293"/>
        </pc:sldMkLst>
        <pc:picChg chg="del">
          <ac:chgData name="Бессмертный Игорь Александрович" userId="4f489ec6-c9ca-4727-b2ff-e9e7b63d68f3" providerId="ADAL" clId="{3F989666-CEDC-48B9-9646-F0C2FE333114}" dt="2024-09-12T07:41:28.300" v="179" actId="478"/>
          <ac:picMkLst>
            <pc:docMk/>
            <pc:sldMk cId="0" sldId="293"/>
            <ac:picMk id="6" creationId="{218EE6CB-34B1-4E31-85C8-E27CB50D1184}"/>
          </ac:picMkLst>
        </pc:picChg>
      </pc:sldChg>
      <pc:sldChg chg="delSp mod delAnim">
        <pc:chgData name="Бессмертный Игорь Александрович" userId="4f489ec6-c9ca-4727-b2ff-e9e7b63d68f3" providerId="ADAL" clId="{3F989666-CEDC-48B9-9646-F0C2FE333114}" dt="2024-09-12T07:41:41.749" v="182" actId="478"/>
        <pc:sldMkLst>
          <pc:docMk/>
          <pc:sldMk cId="0" sldId="295"/>
        </pc:sldMkLst>
        <pc:picChg chg="del">
          <ac:chgData name="Бессмертный Игорь Александрович" userId="4f489ec6-c9ca-4727-b2ff-e9e7b63d68f3" providerId="ADAL" clId="{3F989666-CEDC-48B9-9646-F0C2FE333114}" dt="2024-09-12T07:41:41.749" v="182" actId="478"/>
          <ac:picMkLst>
            <pc:docMk/>
            <pc:sldMk cId="0" sldId="295"/>
            <ac:picMk id="4" creationId="{E344CC1B-444E-4F82-ACC4-FFBD7AE7D542}"/>
          </ac:picMkLst>
        </pc:picChg>
      </pc:sldChg>
      <pc:sldChg chg="delSp mod delAnim">
        <pc:chgData name="Бессмертный Игорь Александрович" userId="4f489ec6-c9ca-4727-b2ff-e9e7b63d68f3" providerId="ADAL" clId="{3F989666-CEDC-48B9-9646-F0C2FE333114}" dt="2024-09-12T07:41:37.047" v="181" actId="478"/>
        <pc:sldMkLst>
          <pc:docMk/>
          <pc:sldMk cId="0" sldId="298"/>
        </pc:sldMkLst>
        <pc:picChg chg="del">
          <ac:chgData name="Бессмертный Игорь Александрович" userId="4f489ec6-c9ca-4727-b2ff-e9e7b63d68f3" providerId="ADAL" clId="{3F989666-CEDC-48B9-9646-F0C2FE333114}" dt="2024-09-12T07:41:37.047" v="181" actId="478"/>
          <ac:picMkLst>
            <pc:docMk/>
            <pc:sldMk cId="0" sldId="298"/>
            <ac:picMk id="5" creationId="{500BC68A-DD0D-47BA-82E3-FDA4B9954472}"/>
          </ac:picMkLst>
        </pc:picChg>
      </pc:sldChg>
      <pc:sldChg chg="delSp mod delAnim">
        <pc:chgData name="Бессмертный Игорь Александрович" userId="4f489ec6-c9ca-4727-b2ff-e9e7b63d68f3" providerId="ADAL" clId="{3F989666-CEDC-48B9-9646-F0C2FE333114}" dt="2024-09-12T07:42:03.943" v="187" actId="478"/>
        <pc:sldMkLst>
          <pc:docMk/>
          <pc:sldMk cId="0" sldId="300"/>
        </pc:sldMkLst>
        <pc:picChg chg="del">
          <ac:chgData name="Бессмертный Игорь Александрович" userId="4f489ec6-c9ca-4727-b2ff-e9e7b63d68f3" providerId="ADAL" clId="{3F989666-CEDC-48B9-9646-F0C2FE333114}" dt="2024-09-12T07:42:03.943" v="187" actId="478"/>
          <ac:picMkLst>
            <pc:docMk/>
            <pc:sldMk cId="0" sldId="300"/>
            <ac:picMk id="3" creationId="{25A2B3B8-C9A3-4AFA-9B15-6BB5097982E8}"/>
          </ac:picMkLst>
        </pc:picChg>
      </pc:sldChg>
      <pc:sldChg chg="delSp mod delAnim">
        <pc:chgData name="Бессмертный Игорь Александрович" userId="4f489ec6-c9ca-4727-b2ff-e9e7b63d68f3" providerId="ADAL" clId="{3F989666-CEDC-48B9-9646-F0C2FE333114}" dt="2024-09-12T07:42:17.307" v="189" actId="478"/>
        <pc:sldMkLst>
          <pc:docMk/>
          <pc:sldMk cId="0" sldId="306"/>
        </pc:sldMkLst>
        <pc:picChg chg="del">
          <ac:chgData name="Бессмертный Игорь Александрович" userId="4f489ec6-c9ca-4727-b2ff-e9e7b63d68f3" providerId="ADAL" clId="{3F989666-CEDC-48B9-9646-F0C2FE333114}" dt="2024-09-12T07:42:17.307" v="189" actId="478"/>
          <ac:picMkLst>
            <pc:docMk/>
            <pc:sldMk cId="0" sldId="306"/>
            <ac:picMk id="3" creationId="{8364A12A-5F98-484C-BAB2-15CD0302CDBC}"/>
          </ac:picMkLst>
        </pc:picChg>
      </pc:sldChg>
      <pc:sldChg chg="delSp mod delAnim">
        <pc:chgData name="Бессмертный Игорь Александрович" userId="4f489ec6-c9ca-4727-b2ff-e9e7b63d68f3" providerId="ADAL" clId="{3F989666-CEDC-48B9-9646-F0C2FE333114}" dt="2024-09-12T07:42:35.976" v="193" actId="478"/>
        <pc:sldMkLst>
          <pc:docMk/>
          <pc:sldMk cId="0" sldId="307"/>
        </pc:sldMkLst>
        <pc:picChg chg="del">
          <ac:chgData name="Бессмертный Игорь Александрович" userId="4f489ec6-c9ca-4727-b2ff-e9e7b63d68f3" providerId="ADAL" clId="{3F989666-CEDC-48B9-9646-F0C2FE333114}" dt="2024-09-12T07:42:35.976" v="193" actId="478"/>
          <ac:picMkLst>
            <pc:docMk/>
            <pc:sldMk cId="0" sldId="307"/>
            <ac:picMk id="3" creationId="{A3CC585C-E7FB-4F78-B4FF-4CBECC2A6EE7}"/>
          </ac:picMkLst>
        </pc:picChg>
      </pc:sldChg>
      <pc:sldChg chg="delSp mod delAnim">
        <pc:chgData name="Бессмертный Игорь Александрович" userId="4f489ec6-c9ca-4727-b2ff-e9e7b63d68f3" providerId="ADAL" clId="{3F989666-CEDC-48B9-9646-F0C2FE333114}" dt="2024-09-12T07:42:23.776" v="190" actId="478"/>
        <pc:sldMkLst>
          <pc:docMk/>
          <pc:sldMk cId="0" sldId="308"/>
        </pc:sldMkLst>
        <pc:picChg chg="del">
          <ac:chgData name="Бессмертный Игорь Александрович" userId="4f489ec6-c9ca-4727-b2ff-e9e7b63d68f3" providerId="ADAL" clId="{3F989666-CEDC-48B9-9646-F0C2FE333114}" dt="2024-09-12T07:42:23.776" v="190" actId="478"/>
          <ac:picMkLst>
            <pc:docMk/>
            <pc:sldMk cId="0" sldId="308"/>
            <ac:picMk id="4" creationId="{9B3FBE2D-B07F-430C-AFB1-0AE53C5C2D77}"/>
          </ac:picMkLst>
        </pc:picChg>
      </pc:sldChg>
      <pc:sldChg chg="delSp mod delAnim">
        <pc:chgData name="Бессмертный Игорь Александрович" userId="4f489ec6-c9ca-4727-b2ff-e9e7b63d68f3" providerId="ADAL" clId="{3F989666-CEDC-48B9-9646-F0C2FE333114}" dt="2024-09-12T07:42:27.998" v="191" actId="478"/>
        <pc:sldMkLst>
          <pc:docMk/>
          <pc:sldMk cId="0" sldId="309"/>
        </pc:sldMkLst>
        <pc:picChg chg="del">
          <ac:chgData name="Бессмертный Игорь Александрович" userId="4f489ec6-c9ca-4727-b2ff-e9e7b63d68f3" providerId="ADAL" clId="{3F989666-CEDC-48B9-9646-F0C2FE333114}" dt="2024-09-12T07:42:27.998" v="191" actId="478"/>
          <ac:picMkLst>
            <pc:docMk/>
            <pc:sldMk cId="0" sldId="309"/>
            <ac:picMk id="4" creationId="{D007DAE8-BC14-4320-904C-AD5648428280}"/>
          </ac:picMkLst>
        </pc:picChg>
      </pc:sldChg>
      <pc:sldChg chg="delSp mod delAnim">
        <pc:chgData name="Бессмертный Игорь Александрович" userId="4f489ec6-c9ca-4727-b2ff-e9e7b63d68f3" providerId="ADAL" clId="{3F989666-CEDC-48B9-9646-F0C2FE333114}" dt="2024-09-12T07:42:40.019" v="194" actId="478"/>
        <pc:sldMkLst>
          <pc:docMk/>
          <pc:sldMk cId="0" sldId="310"/>
        </pc:sldMkLst>
        <pc:picChg chg="del">
          <ac:chgData name="Бессмертный Игорь Александрович" userId="4f489ec6-c9ca-4727-b2ff-e9e7b63d68f3" providerId="ADAL" clId="{3F989666-CEDC-48B9-9646-F0C2FE333114}" dt="2024-09-12T07:42:40.019" v="194" actId="478"/>
          <ac:picMkLst>
            <pc:docMk/>
            <pc:sldMk cId="0" sldId="310"/>
            <ac:picMk id="3" creationId="{D766CD73-E854-43BE-985E-FAEFC2B9419D}"/>
          </ac:picMkLst>
        </pc:picChg>
      </pc:sldChg>
      <pc:sldChg chg="delSp mod delAnim">
        <pc:chgData name="Бессмертный Игорь Александрович" userId="4f489ec6-c9ca-4727-b2ff-e9e7b63d68f3" providerId="ADAL" clId="{3F989666-CEDC-48B9-9646-F0C2FE333114}" dt="2024-09-12T07:42:43.579" v="195" actId="478"/>
        <pc:sldMkLst>
          <pc:docMk/>
          <pc:sldMk cId="0" sldId="312"/>
        </pc:sldMkLst>
        <pc:picChg chg="del">
          <ac:chgData name="Бессмертный Игорь Александрович" userId="4f489ec6-c9ca-4727-b2ff-e9e7b63d68f3" providerId="ADAL" clId="{3F989666-CEDC-48B9-9646-F0C2FE333114}" dt="2024-09-12T07:42:43.579" v="195" actId="478"/>
          <ac:picMkLst>
            <pc:docMk/>
            <pc:sldMk cId="0" sldId="312"/>
            <ac:picMk id="3" creationId="{6828C882-1CD0-4FDE-890D-F0733D19255C}"/>
          </ac:picMkLst>
        </pc:picChg>
      </pc:sldChg>
      <pc:sldChg chg="delSp mod delAnim">
        <pc:chgData name="Бессмертный Игорь Александрович" userId="4f489ec6-c9ca-4727-b2ff-e9e7b63d68f3" providerId="ADAL" clId="{3F989666-CEDC-48B9-9646-F0C2FE333114}" dt="2024-09-12T07:42:46.910" v="196" actId="478"/>
        <pc:sldMkLst>
          <pc:docMk/>
          <pc:sldMk cId="0" sldId="313"/>
        </pc:sldMkLst>
        <pc:picChg chg="del">
          <ac:chgData name="Бессмертный Игорь Александрович" userId="4f489ec6-c9ca-4727-b2ff-e9e7b63d68f3" providerId="ADAL" clId="{3F989666-CEDC-48B9-9646-F0C2FE333114}" dt="2024-09-12T07:42:46.910" v="196" actId="478"/>
          <ac:picMkLst>
            <pc:docMk/>
            <pc:sldMk cId="0" sldId="313"/>
            <ac:picMk id="3" creationId="{D0FA4A0F-EEDB-4C51-8BAE-B1670F8F03BF}"/>
          </ac:picMkLst>
        </pc:picChg>
      </pc:sldChg>
      <pc:sldChg chg="delSp mod delAnim">
        <pc:chgData name="Бессмертный Игорь Александрович" userId="4f489ec6-c9ca-4727-b2ff-e9e7b63d68f3" providerId="ADAL" clId="{3F989666-CEDC-48B9-9646-F0C2FE333114}" dt="2024-09-12T07:42:51.834" v="197" actId="478"/>
        <pc:sldMkLst>
          <pc:docMk/>
          <pc:sldMk cId="0" sldId="314"/>
        </pc:sldMkLst>
        <pc:picChg chg="del">
          <ac:chgData name="Бессмертный Игорь Александрович" userId="4f489ec6-c9ca-4727-b2ff-e9e7b63d68f3" providerId="ADAL" clId="{3F989666-CEDC-48B9-9646-F0C2FE333114}" dt="2024-09-12T07:42:51.834" v="197" actId="478"/>
          <ac:picMkLst>
            <pc:docMk/>
            <pc:sldMk cId="0" sldId="314"/>
            <ac:picMk id="3" creationId="{E347BFD3-4E36-4C80-88EB-0C941A6126F1}"/>
          </ac:picMkLst>
        </pc:picChg>
      </pc:sldChg>
      <pc:sldChg chg="delSp mod delAnim">
        <pc:chgData name="Бессмертный Игорь Александрович" userId="4f489ec6-c9ca-4727-b2ff-e9e7b63d68f3" providerId="ADAL" clId="{3F989666-CEDC-48B9-9646-F0C2FE333114}" dt="2024-09-12T07:42:08.440" v="188" actId="478"/>
        <pc:sldMkLst>
          <pc:docMk/>
          <pc:sldMk cId="0" sldId="315"/>
        </pc:sldMkLst>
        <pc:picChg chg="del">
          <ac:chgData name="Бессмертный Игорь Александрович" userId="4f489ec6-c9ca-4727-b2ff-e9e7b63d68f3" providerId="ADAL" clId="{3F989666-CEDC-48B9-9646-F0C2FE333114}" dt="2024-09-12T07:42:08.440" v="188" actId="478"/>
          <ac:picMkLst>
            <pc:docMk/>
            <pc:sldMk cId="0" sldId="315"/>
            <ac:picMk id="3" creationId="{C304D7A5-CFA0-457F-AE80-AACD43FE762F}"/>
          </ac:picMkLst>
        </pc:picChg>
      </pc:sldChg>
      <pc:sldChg chg="delSp mod delAnim">
        <pc:chgData name="Бессмертный Игорь Александрович" userId="4f489ec6-c9ca-4727-b2ff-e9e7b63d68f3" providerId="ADAL" clId="{3F989666-CEDC-48B9-9646-F0C2FE333114}" dt="2024-09-12T07:42:32.070" v="192" actId="478"/>
        <pc:sldMkLst>
          <pc:docMk/>
          <pc:sldMk cId="0" sldId="316"/>
        </pc:sldMkLst>
        <pc:picChg chg="del">
          <ac:chgData name="Бессмертный Игорь Александрович" userId="4f489ec6-c9ca-4727-b2ff-e9e7b63d68f3" providerId="ADAL" clId="{3F989666-CEDC-48B9-9646-F0C2FE333114}" dt="2024-09-12T07:42:32.070" v="192" actId="478"/>
          <ac:picMkLst>
            <pc:docMk/>
            <pc:sldMk cId="0" sldId="316"/>
            <ac:picMk id="3" creationId="{045C47A9-CE63-4F62-9155-765EC7EE3FC4}"/>
          </ac:picMkLst>
        </pc:picChg>
      </pc:sldChg>
      <pc:sldChg chg="delSp mod delAnim">
        <pc:chgData name="Бессмертный Игорь Александрович" userId="4f489ec6-c9ca-4727-b2ff-e9e7b63d68f3" providerId="ADAL" clId="{3F989666-CEDC-48B9-9646-F0C2FE333114}" dt="2024-09-12T07:42:57.587" v="198" actId="478"/>
        <pc:sldMkLst>
          <pc:docMk/>
          <pc:sldMk cId="0" sldId="318"/>
        </pc:sldMkLst>
        <pc:picChg chg="del">
          <ac:chgData name="Бессмертный Игорь Александрович" userId="4f489ec6-c9ca-4727-b2ff-e9e7b63d68f3" providerId="ADAL" clId="{3F989666-CEDC-48B9-9646-F0C2FE333114}" dt="2024-09-12T07:42:57.587" v="198" actId="478"/>
          <ac:picMkLst>
            <pc:docMk/>
            <pc:sldMk cId="0" sldId="318"/>
            <ac:picMk id="5" creationId="{F205B7CA-8996-49C2-9A58-4A448F65ED98}"/>
          </ac:picMkLst>
        </pc:picChg>
      </pc:sldChg>
      <pc:sldChg chg="delSp mod delAnim">
        <pc:chgData name="Бессмертный Игорь Александрович" userId="4f489ec6-c9ca-4727-b2ff-e9e7b63d68f3" providerId="ADAL" clId="{3F989666-CEDC-48B9-9646-F0C2FE333114}" dt="2024-09-12T07:43:02.884" v="199" actId="478"/>
        <pc:sldMkLst>
          <pc:docMk/>
          <pc:sldMk cId="0" sldId="319"/>
        </pc:sldMkLst>
        <pc:picChg chg="del">
          <ac:chgData name="Бессмертный Игорь Александрович" userId="4f489ec6-c9ca-4727-b2ff-e9e7b63d68f3" providerId="ADAL" clId="{3F989666-CEDC-48B9-9646-F0C2FE333114}" dt="2024-09-12T07:43:02.884" v="199" actId="478"/>
          <ac:picMkLst>
            <pc:docMk/>
            <pc:sldMk cId="0" sldId="319"/>
            <ac:picMk id="3" creationId="{4DB834A9-8E08-43C5-9158-25E0D81EE8ED}"/>
          </ac:picMkLst>
        </pc:picChg>
      </pc:sldChg>
      <pc:sldChg chg="delSp mod delAnim">
        <pc:chgData name="Бессмертный Игорь Александрович" userId="4f489ec6-c9ca-4727-b2ff-e9e7b63d68f3" providerId="ADAL" clId="{3F989666-CEDC-48B9-9646-F0C2FE333114}" dt="2024-09-12T07:43:06.674" v="200" actId="478"/>
        <pc:sldMkLst>
          <pc:docMk/>
          <pc:sldMk cId="0" sldId="320"/>
        </pc:sldMkLst>
        <pc:picChg chg="del">
          <ac:chgData name="Бессмертный Игорь Александрович" userId="4f489ec6-c9ca-4727-b2ff-e9e7b63d68f3" providerId="ADAL" clId="{3F989666-CEDC-48B9-9646-F0C2FE333114}" dt="2024-09-12T07:43:06.674" v="200" actId="478"/>
          <ac:picMkLst>
            <pc:docMk/>
            <pc:sldMk cId="0" sldId="320"/>
            <ac:picMk id="3" creationId="{AE5FC337-59EF-4B9A-82B9-FCA29ECF55E2}"/>
          </ac:picMkLst>
        </pc:picChg>
      </pc:sldChg>
      <pc:sldChg chg="delSp mod delAnim">
        <pc:chgData name="Бессмертный Игорь Александрович" userId="4f489ec6-c9ca-4727-b2ff-e9e7b63d68f3" providerId="ADAL" clId="{3F989666-CEDC-48B9-9646-F0C2FE333114}" dt="2024-09-12T07:43:11.360" v="201" actId="478"/>
        <pc:sldMkLst>
          <pc:docMk/>
          <pc:sldMk cId="0" sldId="321"/>
        </pc:sldMkLst>
        <pc:picChg chg="del">
          <ac:chgData name="Бессмертный Игорь Александрович" userId="4f489ec6-c9ca-4727-b2ff-e9e7b63d68f3" providerId="ADAL" clId="{3F989666-CEDC-48B9-9646-F0C2FE333114}" dt="2024-09-12T07:43:11.360" v="201" actId="478"/>
          <ac:picMkLst>
            <pc:docMk/>
            <pc:sldMk cId="0" sldId="321"/>
            <ac:picMk id="3" creationId="{4B4E466F-F26F-40E6-BCE0-4D1F1C53BBCB}"/>
          </ac:picMkLst>
        </pc:picChg>
      </pc:sldChg>
      <pc:sldChg chg="delSp mod delAnim">
        <pc:chgData name="Бессмертный Игорь Александрович" userId="4f489ec6-c9ca-4727-b2ff-e9e7b63d68f3" providerId="ADAL" clId="{3F989666-CEDC-48B9-9646-F0C2FE333114}" dt="2024-09-12T07:43:15.701" v="202" actId="478"/>
        <pc:sldMkLst>
          <pc:docMk/>
          <pc:sldMk cId="0" sldId="322"/>
        </pc:sldMkLst>
        <pc:picChg chg="del">
          <ac:chgData name="Бессмертный Игорь Александрович" userId="4f489ec6-c9ca-4727-b2ff-e9e7b63d68f3" providerId="ADAL" clId="{3F989666-CEDC-48B9-9646-F0C2FE333114}" dt="2024-09-12T07:43:15.701" v="202" actId="478"/>
          <ac:picMkLst>
            <pc:docMk/>
            <pc:sldMk cId="0" sldId="322"/>
            <ac:picMk id="3" creationId="{8775B749-56B3-4C47-A7D2-A53569245C82}"/>
          </ac:picMkLst>
        </pc:picChg>
      </pc:sldChg>
      <pc:sldChg chg="delSp mod delAnim">
        <pc:chgData name="Бессмертный Игорь Александрович" userId="4f489ec6-c9ca-4727-b2ff-e9e7b63d68f3" providerId="ADAL" clId="{3F989666-CEDC-48B9-9646-F0C2FE333114}" dt="2024-09-12T07:43:38.603" v="208" actId="478"/>
        <pc:sldMkLst>
          <pc:docMk/>
          <pc:sldMk cId="0" sldId="323"/>
        </pc:sldMkLst>
        <pc:picChg chg="del">
          <ac:chgData name="Бессмертный Игорь Александрович" userId="4f489ec6-c9ca-4727-b2ff-e9e7b63d68f3" providerId="ADAL" clId="{3F989666-CEDC-48B9-9646-F0C2FE333114}" dt="2024-09-12T07:43:38.603" v="208" actId="478"/>
          <ac:picMkLst>
            <pc:docMk/>
            <pc:sldMk cId="0" sldId="323"/>
            <ac:picMk id="3" creationId="{7DBC782C-7A2A-4119-B1D3-A01D53CA2272}"/>
          </ac:picMkLst>
        </pc:picChg>
      </pc:sldChg>
      <pc:sldChg chg="delSp mod delAnim">
        <pc:chgData name="Бессмертный Игорь Александрович" userId="4f489ec6-c9ca-4727-b2ff-e9e7b63d68f3" providerId="ADAL" clId="{3F989666-CEDC-48B9-9646-F0C2FE333114}" dt="2024-09-12T07:43:43.807" v="209" actId="478"/>
        <pc:sldMkLst>
          <pc:docMk/>
          <pc:sldMk cId="0" sldId="324"/>
        </pc:sldMkLst>
        <pc:picChg chg="del">
          <ac:chgData name="Бессмертный Игорь Александрович" userId="4f489ec6-c9ca-4727-b2ff-e9e7b63d68f3" providerId="ADAL" clId="{3F989666-CEDC-48B9-9646-F0C2FE333114}" dt="2024-09-12T07:43:43.807" v="209" actId="478"/>
          <ac:picMkLst>
            <pc:docMk/>
            <pc:sldMk cId="0" sldId="324"/>
            <ac:picMk id="3" creationId="{BAD978D7-78BD-4D4A-8FF1-77AC29DB8886}"/>
          </ac:picMkLst>
        </pc:picChg>
      </pc:sldChg>
      <pc:sldChg chg="delSp mod delAnim">
        <pc:chgData name="Бессмертный Игорь Александрович" userId="4f489ec6-c9ca-4727-b2ff-e9e7b63d68f3" providerId="ADAL" clId="{3F989666-CEDC-48B9-9646-F0C2FE333114}" dt="2024-09-12T07:43:49.734" v="210" actId="478"/>
        <pc:sldMkLst>
          <pc:docMk/>
          <pc:sldMk cId="0" sldId="326"/>
        </pc:sldMkLst>
        <pc:picChg chg="del">
          <ac:chgData name="Бессмертный Игорь Александрович" userId="4f489ec6-c9ca-4727-b2ff-e9e7b63d68f3" providerId="ADAL" clId="{3F989666-CEDC-48B9-9646-F0C2FE333114}" dt="2024-09-12T07:43:49.734" v="210" actId="478"/>
          <ac:picMkLst>
            <pc:docMk/>
            <pc:sldMk cId="0" sldId="326"/>
            <ac:picMk id="3" creationId="{317B20EE-FEEF-4B4C-88AD-6FC68F0560FE}"/>
          </ac:picMkLst>
        </pc:picChg>
      </pc:sldChg>
      <pc:sldChg chg="delSp mod delAnim">
        <pc:chgData name="Бессмертный Игорь Александрович" userId="4f489ec6-c9ca-4727-b2ff-e9e7b63d68f3" providerId="ADAL" clId="{3F989666-CEDC-48B9-9646-F0C2FE333114}" dt="2024-09-12T07:43:56.303" v="211" actId="478"/>
        <pc:sldMkLst>
          <pc:docMk/>
          <pc:sldMk cId="0" sldId="327"/>
        </pc:sldMkLst>
        <pc:picChg chg="del">
          <ac:chgData name="Бессмертный Игорь Александрович" userId="4f489ec6-c9ca-4727-b2ff-e9e7b63d68f3" providerId="ADAL" clId="{3F989666-CEDC-48B9-9646-F0C2FE333114}" dt="2024-09-12T07:43:56.303" v="211" actId="478"/>
          <ac:picMkLst>
            <pc:docMk/>
            <pc:sldMk cId="0" sldId="327"/>
            <ac:picMk id="3" creationId="{791EF626-4FC4-4BD5-BCBF-5BA26A153C24}"/>
          </ac:picMkLst>
        </pc:picChg>
      </pc:sldChg>
      <pc:sldChg chg="delSp modSp mod delAnim">
        <pc:chgData name="Бессмертный Игорь Александрович" userId="4f489ec6-c9ca-4727-b2ff-e9e7b63d68f3" providerId="ADAL" clId="{3F989666-CEDC-48B9-9646-F0C2FE333114}" dt="2024-09-12T07:43:33.950" v="207" actId="478"/>
        <pc:sldMkLst>
          <pc:docMk/>
          <pc:sldMk cId="0" sldId="328"/>
        </pc:sldMkLst>
        <pc:spChg chg="mod">
          <ac:chgData name="Бессмертный Игорь Александрович" userId="4f489ec6-c9ca-4727-b2ff-e9e7b63d68f3" providerId="ADAL" clId="{3F989666-CEDC-48B9-9646-F0C2FE333114}" dt="2024-09-12T07:43:29.634" v="206" actId="20577"/>
          <ac:spMkLst>
            <pc:docMk/>
            <pc:sldMk cId="0" sldId="328"/>
            <ac:spMk id="4" creationId="{00000000-0000-0000-0000-000000000000}"/>
          </ac:spMkLst>
        </pc:spChg>
        <pc:picChg chg="del">
          <ac:chgData name="Бессмертный Игорь Александрович" userId="4f489ec6-c9ca-4727-b2ff-e9e7b63d68f3" providerId="ADAL" clId="{3F989666-CEDC-48B9-9646-F0C2FE333114}" dt="2024-09-12T07:43:33.950" v="207" actId="478"/>
          <ac:picMkLst>
            <pc:docMk/>
            <pc:sldMk cId="0" sldId="328"/>
            <ac:picMk id="3" creationId="{84E574C0-E37B-4521-B33A-66C20A487429}"/>
          </ac:picMkLst>
        </pc:picChg>
      </pc:sldChg>
      <pc:sldChg chg="delSp mod delAnim">
        <pc:chgData name="Бессмертный Игорь Александрович" userId="4f489ec6-c9ca-4727-b2ff-e9e7b63d68f3" providerId="ADAL" clId="{3F989666-CEDC-48B9-9646-F0C2FE333114}" dt="2024-09-12T07:44:05.341" v="212" actId="478"/>
        <pc:sldMkLst>
          <pc:docMk/>
          <pc:sldMk cId="0" sldId="330"/>
        </pc:sldMkLst>
        <pc:picChg chg="del">
          <ac:chgData name="Бессмертный Игорь Александрович" userId="4f489ec6-c9ca-4727-b2ff-e9e7b63d68f3" providerId="ADAL" clId="{3F989666-CEDC-48B9-9646-F0C2FE333114}" dt="2024-09-12T07:44:05.341" v="212" actId="478"/>
          <ac:picMkLst>
            <pc:docMk/>
            <pc:sldMk cId="0" sldId="330"/>
            <ac:picMk id="3" creationId="{A5640199-D3DD-40D3-9454-F12E7ED7C41A}"/>
          </ac:picMkLst>
        </pc:picChg>
      </pc:sldChg>
      <pc:sldChg chg="delSp modSp mod delAnim">
        <pc:chgData name="Бессмертный Игорь Александрович" userId="4f489ec6-c9ca-4727-b2ff-e9e7b63d68f3" providerId="ADAL" clId="{3F989666-CEDC-48B9-9646-F0C2FE333114}" dt="2024-09-12T07:44:26.859" v="215" actId="20577"/>
        <pc:sldMkLst>
          <pc:docMk/>
          <pc:sldMk cId="0" sldId="332"/>
        </pc:sldMkLst>
        <pc:spChg chg="mod">
          <ac:chgData name="Бессмертный Игорь Александрович" userId="4f489ec6-c9ca-4727-b2ff-e9e7b63d68f3" providerId="ADAL" clId="{3F989666-CEDC-48B9-9646-F0C2FE333114}" dt="2024-09-12T07:44:26.859" v="215" actId="20577"/>
          <ac:spMkLst>
            <pc:docMk/>
            <pc:sldMk cId="0" sldId="332"/>
            <ac:spMk id="4" creationId="{00000000-0000-0000-0000-000000000000}"/>
          </ac:spMkLst>
        </pc:spChg>
        <pc:picChg chg="del">
          <ac:chgData name="Бессмертный Игорь Александрович" userId="4f489ec6-c9ca-4727-b2ff-e9e7b63d68f3" providerId="ADAL" clId="{3F989666-CEDC-48B9-9646-F0C2FE333114}" dt="2024-09-12T07:44:18.940" v="213" actId="478"/>
          <ac:picMkLst>
            <pc:docMk/>
            <pc:sldMk cId="0" sldId="332"/>
            <ac:picMk id="3" creationId="{FE69E5D7-9760-4A37-952E-74BC3755A7E4}"/>
          </ac:picMkLst>
        </pc:picChg>
      </pc:sldChg>
      <pc:sldChg chg="delSp mod delAnim">
        <pc:chgData name="Бессмертный Игорь Александрович" userId="4f489ec6-c9ca-4727-b2ff-e9e7b63d68f3" providerId="ADAL" clId="{3F989666-CEDC-48B9-9646-F0C2FE333114}" dt="2024-09-12T07:40:40.099" v="168" actId="478"/>
        <pc:sldMkLst>
          <pc:docMk/>
          <pc:sldMk cId="0" sldId="334"/>
        </pc:sldMkLst>
        <pc:picChg chg="del">
          <ac:chgData name="Бессмертный Игорь Александрович" userId="4f489ec6-c9ca-4727-b2ff-e9e7b63d68f3" providerId="ADAL" clId="{3F989666-CEDC-48B9-9646-F0C2FE333114}" dt="2024-09-12T07:40:40.099" v="168" actId="478"/>
          <ac:picMkLst>
            <pc:docMk/>
            <pc:sldMk cId="0" sldId="334"/>
            <ac:picMk id="4" creationId="{A3757058-B9B9-41EF-BBA0-478729BB90E5}"/>
          </ac:picMkLst>
        </pc:picChg>
      </pc:sldChg>
      <pc:sldChg chg="delSp mod delAnim">
        <pc:chgData name="Бессмертный Игорь Александрович" userId="4f489ec6-c9ca-4727-b2ff-e9e7b63d68f3" providerId="ADAL" clId="{3F989666-CEDC-48B9-9646-F0C2FE333114}" dt="2024-09-12T07:41:16.425" v="176" actId="478"/>
        <pc:sldMkLst>
          <pc:docMk/>
          <pc:sldMk cId="0" sldId="335"/>
        </pc:sldMkLst>
        <pc:picChg chg="del">
          <ac:chgData name="Бессмертный Игорь Александрович" userId="4f489ec6-c9ca-4727-b2ff-e9e7b63d68f3" providerId="ADAL" clId="{3F989666-CEDC-48B9-9646-F0C2FE333114}" dt="2024-09-12T07:41:16.425" v="176" actId="478"/>
          <ac:picMkLst>
            <pc:docMk/>
            <pc:sldMk cId="0" sldId="335"/>
            <ac:picMk id="4" creationId="{27ED17C9-D190-4282-B4E9-BC3ED6BB6245}"/>
          </ac:picMkLst>
        </pc:picChg>
      </pc:sldChg>
      <pc:sldChg chg="delSp mod delAnim">
        <pc:chgData name="Бессмертный Игорь Александрович" userId="4f489ec6-c9ca-4727-b2ff-e9e7b63d68f3" providerId="ADAL" clId="{3F989666-CEDC-48B9-9646-F0C2FE333114}" dt="2024-09-12T07:41:24.009" v="178" actId="478"/>
        <pc:sldMkLst>
          <pc:docMk/>
          <pc:sldMk cId="0" sldId="336"/>
        </pc:sldMkLst>
        <pc:picChg chg="del">
          <ac:chgData name="Бессмертный Игорь Александрович" userId="4f489ec6-c9ca-4727-b2ff-e9e7b63d68f3" providerId="ADAL" clId="{3F989666-CEDC-48B9-9646-F0C2FE333114}" dt="2024-09-12T07:41:24.009" v="178" actId="478"/>
          <ac:picMkLst>
            <pc:docMk/>
            <pc:sldMk cId="0" sldId="336"/>
            <ac:picMk id="5" creationId="{7F4D5909-EFDA-4B82-812E-89629523DE42}"/>
          </ac:picMkLst>
        </pc:picChg>
      </pc:sldChg>
      <pc:sldChg chg="delSp mod delAnim">
        <pc:chgData name="Бессмертный Игорь Александрович" userId="4f489ec6-c9ca-4727-b2ff-e9e7b63d68f3" providerId="ADAL" clId="{3F989666-CEDC-48B9-9646-F0C2FE333114}" dt="2024-09-12T07:44:31.865" v="216" actId="478"/>
        <pc:sldMkLst>
          <pc:docMk/>
          <pc:sldMk cId="0" sldId="337"/>
        </pc:sldMkLst>
        <pc:picChg chg="del">
          <ac:chgData name="Бессмертный Игорь Александрович" userId="4f489ec6-c9ca-4727-b2ff-e9e7b63d68f3" providerId="ADAL" clId="{3F989666-CEDC-48B9-9646-F0C2FE333114}" dt="2024-09-12T07:44:31.865" v="216" actId="478"/>
          <ac:picMkLst>
            <pc:docMk/>
            <pc:sldMk cId="0" sldId="337"/>
            <ac:picMk id="3" creationId="{E32743C9-60A2-48FA-A6C3-02A4FEAEB8F1}"/>
          </ac:picMkLst>
        </pc:picChg>
      </pc:sldChg>
      <pc:sldChg chg="delSp mod delAnim">
        <pc:chgData name="Бессмертный Игорь Александрович" userId="4f489ec6-c9ca-4727-b2ff-e9e7b63d68f3" providerId="ADAL" clId="{3F989666-CEDC-48B9-9646-F0C2FE333114}" dt="2024-09-12T07:44:36.928" v="217" actId="478"/>
        <pc:sldMkLst>
          <pc:docMk/>
          <pc:sldMk cId="0" sldId="338"/>
        </pc:sldMkLst>
        <pc:picChg chg="del">
          <ac:chgData name="Бессмертный Игорь Александрович" userId="4f489ec6-c9ca-4727-b2ff-e9e7b63d68f3" providerId="ADAL" clId="{3F989666-CEDC-48B9-9646-F0C2FE333114}" dt="2024-09-12T07:44:36.928" v="217" actId="478"/>
          <ac:picMkLst>
            <pc:docMk/>
            <pc:sldMk cId="0" sldId="338"/>
            <ac:picMk id="3" creationId="{CEE5AE79-D2D3-4DEC-A348-3B63B5C8918B}"/>
          </ac:picMkLst>
        </pc:picChg>
      </pc:sldChg>
      <pc:sldChg chg="delSp mod delAnim">
        <pc:chgData name="Бессмертный Игорь Александрович" userId="4f489ec6-c9ca-4727-b2ff-e9e7b63d68f3" providerId="ADAL" clId="{3F989666-CEDC-48B9-9646-F0C2FE333114}" dt="2024-09-12T07:44:42.116" v="218" actId="478"/>
        <pc:sldMkLst>
          <pc:docMk/>
          <pc:sldMk cId="0" sldId="339"/>
        </pc:sldMkLst>
        <pc:picChg chg="del">
          <ac:chgData name="Бессмертный Игорь Александрович" userId="4f489ec6-c9ca-4727-b2ff-e9e7b63d68f3" providerId="ADAL" clId="{3F989666-CEDC-48B9-9646-F0C2FE333114}" dt="2024-09-12T07:44:42.116" v="218" actId="478"/>
          <ac:picMkLst>
            <pc:docMk/>
            <pc:sldMk cId="0" sldId="339"/>
            <ac:picMk id="3" creationId="{A7C3A445-3365-4E46-9421-2C5644A7C3B8}"/>
          </ac:picMkLst>
        </pc:picChg>
      </pc:sldChg>
      <pc:sldChg chg="delSp mod delAnim">
        <pc:chgData name="Бессмертный Игорь Александрович" userId="4f489ec6-c9ca-4727-b2ff-e9e7b63d68f3" providerId="ADAL" clId="{3F989666-CEDC-48B9-9646-F0C2FE333114}" dt="2024-09-12T07:44:47.310" v="219" actId="478"/>
        <pc:sldMkLst>
          <pc:docMk/>
          <pc:sldMk cId="0" sldId="340"/>
        </pc:sldMkLst>
        <pc:picChg chg="del">
          <ac:chgData name="Бессмертный Игорь Александрович" userId="4f489ec6-c9ca-4727-b2ff-e9e7b63d68f3" providerId="ADAL" clId="{3F989666-CEDC-48B9-9646-F0C2FE333114}" dt="2024-09-12T07:44:47.310" v="219" actId="478"/>
          <ac:picMkLst>
            <pc:docMk/>
            <pc:sldMk cId="0" sldId="340"/>
            <ac:picMk id="3" creationId="{B96FD086-5025-475E-B4A8-4841102C2DF0}"/>
          </ac:picMkLst>
        </pc:picChg>
      </pc:sldChg>
      <pc:sldChg chg="delSp mod delAnim">
        <pc:chgData name="Бессмертный Игорь Александрович" userId="4f489ec6-c9ca-4727-b2ff-e9e7b63d68f3" providerId="ADAL" clId="{3F989666-CEDC-48B9-9646-F0C2FE333114}" dt="2024-09-12T07:41:46.673" v="183" actId="478"/>
        <pc:sldMkLst>
          <pc:docMk/>
          <pc:sldMk cId="0" sldId="341"/>
        </pc:sldMkLst>
        <pc:picChg chg="del">
          <ac:chgData name="Бессмертный Игорь Александрович" userId="4f489ec6-c9ca-4727-b2ff-e9e7b63d68f3" providerId="ADAL" clId="{3F989666-CEDC-48B9-9646-F0C2FE333114}" dt="2024-09-12T07:41:46.673" v="183" actId="478"/>
          <ac:picMkLst>
            <pc:docMk/>
            <pc:sldMk cId="0" sldId="341"/>
            <ac:picMk id="4" creationId="{4D4640D7-A3C5-4182-9FCC-C8CF47F680AC}"/>
          </ac:picMkLst>
        </pc:picChg>
      </pc:sldChg>
      <pc:sldChg chg="delSp mod delAnim">
        <pc:chgData name="Бессмертный Игорь Александрович" userId="4f489ec6-c9ca-4727-b2ff-e9e7b63d68f3" providerId="ADAL" clId="{3F989666-CEDC-48B9-9646-F0C2FE333114}" dt="2024-09-12T07:41:50.927" v="184" actId="478"/>
        <pc:sldMkLst>
          <pc:docMk/>
          <pc:sldMk cId="0" sldId="342"/>
        </pc:sldMkLst>
        <pc:picChg chg="del">
          <ac:chgData name="Бессмертный Игорь Александрович" userId="4f489ec6-c9ca-4727-b2ff-e9e7b63d68f3" providerId="ADAL" clId="{3F989666-CEDC-48B9-9646-F0C2FE333114}" dt="2024-09-12T07:41:50.927" v="184" actId="478"/>
          <ac:picMkLst>
            <pc:docMk/>
            <pc:sldMk cId="0" sldId="342"/>
            <ac:picMk id="4" creationId="{E03E154F-8938-48F4-8B54-69A9F126C17D}"/>
          </ac:picMkLst>
        </pc:picChg>
      </pc:sldChg>
      <pc:sldChg chg="delSp mod delAnim">
        <pc:chgData name="Бессмертный Игорь Александрович" userId="4f489ec6-c9ca-4727-b2ff-e9e7b63d68f3" providerId="ADAL" clId="{3F989666-CEDC-48B9-9646-F0C2FE333114}" dt="2024-09-12T07:41:54.821" v="185" actId="478"/>
        <pc:sldMkLst>
          <pc:docMk/>
          <pc:sldMk cId="0" sldId="343"/>
        </pc:sldMkLst>
        <pc:picChg chg="del">
          <ac:chgData name="Бессмертный Игорь Александрович" userId="4f489ec6-c9ca-4727-b2ff-e9e7b63d68f3" providerId="ADAL" clId="{3F989666-CEDC-48B9-9646-F0C2FE333114}" dt="2024-09-12T07:41:54.821" v="185" actId="478"/>
          <ac:picMkLst>
            <pc:docMk/>
            <pc:sldMk cId="0" sldId="343"/>
            <ac:picMk id="4" creationId="{C41D3579-1D6E-4CA9-ADE7-3354CD465D3E}"/>
          </ac:picMkLst>
        </pc:picChg>
      </pc:sldChg>
      <pc:sldChg chg="delSp mod delAnim">
        <pc:chgData name="Бессмертный Игорь Александрович" userId="4f489ec6-c9ca-4727-b2ff-e9e7b63d68f3" providerId="ADAL" clId="{3F989666-CEDC-48B9-9646-F0C2FE333114}" dt="2024-09-12T07:41:59.812" v="186" actId="478"/>
        <pc:sldMkLst>
          <pc:docMk/>
          <pc:sldMk cId="0" sldId="344"/>
        </pc:sldMkLst>
        <pc:picChg chg="del">
          <ac:chgData name="Бессмертный Игорь Александрович" userId="4f489ec6-c9ca-4727-b2ff-e9e7b63d68f3" providerId="ADAL" clId="{3F989666-CEDC-48B9-9646-F0C2FE333114}" dt="2024-09-12T07:41:59.812" v="186" actId="478"/>
          <ac:picMkLst>
            <pc:docMk/>
            <pc:sldMk cId="0" sldId="344"/>
            <ac:picMk id="4" creationId="{0675AEFF-12E3-448F-879C-777B95D8E6C0}"/>
          </ac:picMkLst>
        </pc:picChg>
      </pc:sldChg>
      <pc:sldChg chg="delSp mod delAnim">
        <pc:chgData name="Бессмертный Игорь Александрович" userId="4f489ec6-c9ca-4727-b2ff-e9e7b63d68f3" providerId="ADAL" clId="{3F989666-CEDC-48B9-9646-F0C2FE333114}" dt="2024-09-12T07:44:54.347" v="220" actId="478"/>
        <pc:sldMkLst>
          <pc:docMk/>
          <pc:sldMk cId="0" sldId="345"/>
        </pc:sldMkLst>
        <pc:picChg chg="del">
          <ac:chgData name="Бессмертный Игорь Александрович" userId="4f489ec6-c9ca-4727-b2ff-e9e7b63d68f3" providerId="ADAL" clId="{3F989666-CEDC-48B9-9646-F0C2FE333114}" dt="2024-09-12T07:44:54.347" v="220" actId="478"/>
          <ac:picMkLst>
            <pc:docMk/>
            <pc:sldMk cId="0" sldId="345"/>
            <ac:picMk id="3" creationId="{A4D1232C-947E-46AC-99CA-275AE902BF9C}"/>
          </ac:picMkLst>
        </pc:picChg>
      </pc:sldChg>
      <pc:sldChg chg="delSp mod delAnim">
        <pc:chgData name="Бессмертный Игорь Александрович" userId="4f489ec6-c9ca-4727-b2ff-e9e7b63d68f3" providerId="ADAL" clId="{3F989666-CEDC-48B9-9646-F0C2FE333114}" dt="2024-09-12T07:44:59.289" v="221" actId="478"/>
        <pc:sldMkLst>
          <pc:docMk/>
          <pc:sldMk cId="0" sldId="346"/>
        </pc:sldMkLst>
        <pc:picChg chg="del">
          <ac:chgData name="Бессмертный Игорь Александрович" userId="4f489ec6-c9ca-4727-b2ff-e9e7b63d68f3" providerId="ADAL" clId="{3F989666-CEDC-48B9-9646-F0C2FE333114}" dt="2024-09-12T07:44:59.289" v="221" actId="478"/>
          <ac:picMkLst>
            <pc:docMk/>
            <pc:sldMk cId="0" sldId="346"/>
            <ac:picMk id="3" creationId="{92DA5109-7C4F-4B4C-AAD0-3ACA991463A1}"/>
          </ac:picMkLst>
        </pc:picChg>
      </pc:sldChg>
      <pc:sldChg chg="delSp mod delAnim">
        <pc:chgData name="Бессмертный Игорь Александрович" userId="4f489ec6-c9ca-4727-b2ff-e9e7b63d68f3" providerId="ADAL" clId="{3F989666-CEDC-48B9-9646-F0C2FE333114}" dt="2024-09-12T07:45:03.825" v="222" actId="478"/>
        <pc:sldMkLst>
          <pc:docMk/>
          <pc:sldMk cId="0" sldId="347"/>
        </pc:sldMkLst>
        <pc:picChg chg="del">
          <ac:chgData name="Бессмертный Игорь Александрович" userId="4f489ec6-c9ca-4727-b2ff-e9e7b63d68f3" providerId="ADAL" clId="{3F989666-CEDC-48B9-9646-F0C2FE333114}" dt="2024-09-12T07:45:03.825" v="222" actId="478"/>
          <ac:picMkLst>
            <pc:docMk/>
            <pc:sldMk cId="0" sldId="347"/>
            <ac:picMk id="3" creationId="{C2C86BA1-2359-4F0F-8D8A-BA0DD8F2F67C}"/>
          </ac:picMkLst>
        </pc:picChg>
      </pc:sldChg>
      <pc:sldChg chg="delSp mod delAnim">
        <pc:chgData name="Бессмертный Игорь Александрович" userId="4f489ec6-c9ca-4727-b2ff-e9e7b63d68f3" providerId="ADAL" clId="{3F989666-CEDC-48B9-9646-F0C2FE333114}" dt="2024-09-12T07:45:08.654" v="223" actId="478"/>
        <pc:sldMkLst>
          <pc:docMk/>
          <pc:sldMk cId="0" sldId="348"/>
        </pc:sldMkLst>
        <pc:picChg chg="del">
          <ac:chgData name="Бессмертный Игорь Александрович" userId="4f489ec6-c9ca-4727-b2ff-e9e7b63d68f3" providerId="ADAL" clId="{3F989666-CEDC-48B9-9646-F0C2FE333114}" dt="2024-09-12T07:45:08.654" v="223" actId="478"/>
          <ac:picMkLst>
            <pc:docMk/>
            <pc:sldMk cId="0" sldId="348"/>
            <ac:picMk id="3" creationId="{4C985439-0A70-4F01-91AB-F5A9D9216435}"/>
          </ac:picMkLst>
        </pc:picChg>
      </pc:sldChg>
      <pc:sldChg chg="delSp mod delAnim">
        <pc:chgData name="Бессмертный Игорь Александрович" userId="4f489ec6-c9ca-4727-b2ff-e9e7b63d68f3" providerId="ADAL" clId="{3F989666-CEDC-48B9-9646-F0C2FE333114}" dt="2024-09-12T07:45:12.633" v="224" actId="478"/>
        <pc:sldMkLst>
          <pc:docMk/>
          <pc:sldMk cId="0" sldId="349"/>
        </pc:sldMkLst>
        <pc:picChg chg="del">
          <ac:chgData name="Бессмертный Игорь Александрович" userId="4f489ec6-c9ca-4727-b2ff-e9e7b63d68f3" providerId="ADAL" clId="{3F989666-CEDC-48B9-9646-F0C2FE333114}" dt="2024-09-12T07:45:12.633" v="224" actId="478"/>
          <ac:picMkLst>
            <pc:docMk/>
            <pc:sldMk cId="0" sldId="349"/>
            <ac:picMk id="3" creationId="{0280BAFD-7CB2-498D-9C24-4D495D17AADC}"/>
          </ac:picMkLst>
        </pc:picChg>
      </pc:sldChg>
      <pc:sldChg chg="delSp mod delAnim">
        <pc:chgData name="Бессмертный Игорь Александрович" userId="4f489ec6-c9ca-4727-b2ff-e9e7b63d68f3" providerId="ADAL" clId="{3F989666-CEDC-48B9-9646-F0C2FE333114}" dt="2024-09-12T07:45:18.500" v="225" actId="478"/>
        <pc:sldMkLst>
          <pc:docMk/>
          <pc:sldMk cId="0" sldId="350"/>
        </pc:sldMkLst>
        <pc:picChg chg="del">
          <ac:chgData name="Бессмертный Игорь Александрович" userId="4f489ec6-c9ca-4727-b2ff-e9e7b63d68f3" providerId="ADAL" clId="{3F989666-CEDC-48B9-9646-F0C2FE333114}" dt="2024-09-12T07:45:18.500" v="225" actId="478"/>
          <ac:picMkLst>
            <pc:docMk/>
            <pc:sldMk cId="0" sldId="350"/>
            <ac:picMk id="3" creationId="{F0B147A0-8EA3-4FD2-B205-7C2F6E018E54}"/>
          </ac:picMkLst>
        </pc:picChg>
      </pc:sldChg>
      <pc:sldChg chg="delSp mod delAnim">
        <pc:chgData name="Бессмертный Игорь Александрович" userId="4f489ec6-c9ca-4727-b2ff-e9e7b63d68f3" providerId="ADAL" clId="{3F989666-CEDC-48B9-9646-F0C2FE333114}" dt="2024-09-12T07:45:22.956" v="226" actId="478"/>
        <pc:sldMkLst>
          <pc:docMk/>
          <pc:sldMk cId="0" sldId="351"/>
        </pc:sldMkLst>
        <pc:picChg chg="del">
          <ac:chgData name="Бессмертный Игорь Александрович" userId="4f489ec6-c9ca-4727-b2ff-e9e7b63d68f3" providerId="ADAL" clId="{3F989666-CEDC-48B9-9646-F0C2FE333114}" dt="2024-09-12T07:45:22.956" v="226" actId="478"/>
          <ac:picMkLst>
            <pc:docMk/>
            <pc:sldMk cId="0" sldId="351"/>
            <ac:picMk id="3" creationId="{1443D8DF-50C8-46B7-8AB3-6460771C27AC}"/>
          </ac:picMkLst>
        </pc:picChg>
      </pc:sldChg>
      <pc:sldChg chg="delSp mod delAnim">
        <pc:chgData name="Бессмертный Игорь Александрович" userId="4f489ec6-c9ca-4727-b2ff-e9e7b63d68f3" providerId="ADAL" clId="{3F989666-CEDC-48B9-9646-F0C2FE333114}" dt="2024-09-12T07:45:29.989" v="227" actId="478"/>
        <pc:sldMkLst>
          <pc:docMk/>
          <pc:sldMk cId="0" sldId="353"/>
        </pc:sldMkLst>
        <pc:picChg chg="del">
          <ac:chgData name="Бессмертный Игорь Александрович" userId="4f489ec6-c9ca-4727-b2ff-e9e7b63d68f3" providerId="ADAL" clId="{3F989666-CEDC-48B9-9646-F0C2FE333114}" dt="2024-09-12T07:45:29.989" v="227" actId="478"/>
          <ac:picMkLst>
            <pc:docMk/>
            <pc:sldMk cId="0" sldId="353"/>
            <ac:picMk id="3" creationId="{F8858C50-E866-41E2-A7FE-8E24D651021F}"/>
          </ac:picMkLst>
        </pc:picChg>
      </pc:sldChg>
      <pc:sldChg chg="delSp mod delAnim">
        <pc:chgData name="Бессмертный Игорь Александрович" userId="4f489ec6-c9ca-4727-b2ff-e9e7b63d68f3" providerId="ADAL" clId="{3F989666-CEDC-48B9-9646-F0C2FE333114}" dt="2024-09-12T07:45:34.836" v="228" actId="478"/>
        <pc:sldMkLst>
          <pc:docMk/>
          <pc:sldMk cId="0" sldId="354"/>
        </pc:sldMkLst>
        <pc:picChg chg="del">
          <ac:chgData name="Бессмертный Игорь Александрович" userId="4f489ec6-c9ca-4727-b2ff-e9e7b63d68f3" providerId="ADAL" clId="{3F989666-CEDC-48B9-9646-F0C2FE333114}" dt="2024-09-12T07:45:34.836" v="228" actId="478"/>
          <ac:picMkLst>
            <pc:docMk/>
            <pc:sldMk cId="0" sldId="354"/>
            <ac:picMk id="3" creationId="{E8C02DAD-AF55-4C0F-BADB-89632861DE76}"/>
          </ac:picMkLst>
        </pc:picChg>
      </pc:sldChg>
      <pc:sldChg chg="delSp mod delAnim">
        <pc:chgData name="Бессмертный Игорь Александрович" userId="4f489ec6-c9ca-4727-b2ff-e9e7b63d68f3" providerId="ADAL" clId="{3F989666-CEDC-48B9-9646-F0C2FE333114}" dt="2024-09-12T07:45:39.455" v="229" actId="478"/>
        <pc:sldMkLst>
          <pc:docMk/>
          <pc:sldMk cId="0" sldId="355"/>
        </pc:sldMkLst>
        <pc:picChg chg="del">
          <ac:chgData name="Бессмертный Игорь Александрович" userId="4f489ec6-c9ca-4727-b2ff-e9e7b63d68f3" providerId="ADAL" clId="{3F989666-CEDC-48B9-9646-F0C2FE333114}" dt="2024-09-12T07:45:39.455" v="229" actId="478"/>
          <ac:picMkLst>
            <pc:docMk/>
            <pc:sldMk cId="0" sldId="355"/>
            <ac:picMk id="3" creationId="{8F6070B9-80AD-41BF-BCA3-F738EA003C29}"/>
          </ac:picMkLst>
        </pc:picChg>
      </pc:sldChg>
      <pc:sldChg chg="delSp modSp mod delAnim">
        <pc:chgData name="Бессмертный Игорь Александрович" userId="4f489ec6-c9ca-4727-b2ff-e9e7b63d68f3" providerId="ADAL" clId="{3F989666-CEDC-48B9-9646-F0C2FE333114}" dt="2024-09-12T07:46:09.229" v="233" actId="1076"/>
        <pc:sldMkLst>
          <pc:docMk/>
          <pc:sldMk cId="0" sldId="357"/>
        </pc:sldMkLst>
        <pc:picChg chg="del">
          <ac:chgData name="Бессмертный Игорь Александрович" userId="4f489ec6-c9ca-4727-b2ff-e9e7b63d68f3" providerId="ADAL" clId="{3F989666-CEDC-48B9-9646-F0C2FE333114}" dt="2024-09-12T07:46:05.891" v="232" actId="478"/>
          <ac:picMkLst>
            <pc:docMk/>
            <pc:sldMk cId="0" sldId="357"/>
            <ac:picMk id="3" creationId="{EB3C797A-3770-4EB4-8E88-BD1719D99B18}"/>
          </ac:picMkLst>
        </pc:picChg>
        <pc:picChg chg="mod">
          <ac:chgData name="Бессмертный Игорь Александрович" userId="4f489ec6-c9ca-4727-b2ff-e9e7b63d68f3" providerId="ADAL" clId="{3F989666-CEDC-48B9-9646-F0C2FE333114}" dt="2024-09-12T07:46:09.229" v="233" actId="1076"/>
          <ac:picMkLst>
            <pc:docMk/>
            <pc:sldMk cId="0" sldId="357"/>
            <ac:picMk id="3074" creationId="{00000000-0000-0000-0000-000000000000}"/>
          </ac:picMkLst>
        </pc:picChg>
      </pc:sldChg>
      <pc:sldChg chg="delSp modSp mod delAnim">
        <pc:chgData name="Бессмертный Игорь Александрович" userId="4f489ec6-c9ca-4727-b2ff-e9e7b63d68f3" providerId="ADAL" clId="{3F989666-CEDC-48B9-9646-F0C2FE333114}" dt="2024-09-12T07:46:19.341" v="234" actId="1076"/>
        <pc:sldMkLst>
          <pc:docMk/>
          <pc:sldMk cId="0" sldId="358"/>
        </pc:sldMkLst>
        <pc:picChg chg="del">
          <ac:chgData name="Бессмертный Игорь Александрович" userId="4f489ec6-c9ca-4727-b2ff-e9e7b63d68f3" providerId="ADAL" clId="{3F989666-CEDC-48B9-9646-F0C2FE333114}" dt="2024-09-12T07:45:45.687" v="230" actId="478"/>
          <ac:picMkLst>
            <pc:docMk/>
            <pc:sldMk cId="0" sldId="358"/>
            <ac:picMk id="3" creationId="{792F7E6F-5974-42E8-A3A9-0172096A9E33}"/>
          </ac:picMkLst>
        </pc:picChg>
        <pc:picChg chg="mod">
          <ac:chgData name="Бессмертный Игорь Александрович" userId="4f489ec6-c9ca-4727-b2ff-e9e7b63d68f3" providerId="ADAL" clId="{3F989666-CEDC-48B9-9646-F0C2FE333114}" dt="2024-09-12T07:46:19.341" v="234" actId="1076"/>
          <ac:picMkLst>
            <pc:docMk/>
            <pc:sldMk cId="0" sldId="358"/>
            <ac:picMk id="4098" creationId="{00000000-0000-0000-0000-000000000000}"/>
          </ac:picMkLst>
        </pc:picChg>
      </pc:sldChg>
      <pc:sldChg chg="delSp mod delAnim">
        <pc:chgData name="Бессмертный Игорь Александрович" userId="4f489ec6-c9ca-4727-b2ff-e9e7b63d68f3" providerId="ADAL" clId="{3F989666-CEDC-48B9-9646-F0C2FE333114}" dt="2024-09-12T07:40:05.302" v="162" actId="478"/>
        <pc:sldMkLst>
          <pc:docMk/>
          <pc:sldMk cId="0" sldId="359"/>
        </pc:sldMkLst>
        <pc:picChg chg="del">
          <ac:chgData name="Бессмертный Игорь Александрович" userId="4f489ec6-c9ca-4727-b2ff-e9e7b63d68f3" providerId="ADAL" clId="{3F989666-CEDC-48B9-9646-F0C2FE333114}" dt="2024-09-12T07:40:05.302" v="162" actId="478"/>
          <ac:picMkLst>
            <pc:docMk/>
            <pc:sldMk cId="0" sldId="359"/>
            <ac:picMk id="3" creationId="{3B5F35D2-B641-4A92-8375-E9B4EEFFE637}"/>
          </ac:picMkLst>
        </pc:picChg>
      </pc:sldChg>
      <pc:sldChg chg="delSp mod delAnim">
        <pc:chgData name="Бессмертный Игорь Александрович" userId="4f489ec6-c9ca-4727-b2ff-e9e7b63d68f3" providerId="ADAL" clId="{3F989666-CEDC-48B9-9646-F0C2FE333114}" dt="2024-09-12T07:40:16.598" v="163" actId="478"/>
        <pc:sldMkLst>
          <pc:docMk/>
          <pc:sldMk cId="0" sldId="362"/>
        </pc:sldMkLst>
        <pc:picChg chg="del">
          <ac:chgData name="Бессмертный Игорь Александрович" userId="4f489ec6-c9ca-4727-b2ff-e9e7b63d68f3" providerId="ADAL" clId="{3F989666-CEDC-48B9-9646-F0C2FE333114}" dt="2024-09-12T07:40:16.598" v="163" actId="478"/>
          <ac:picMkLst>
            <pc:docMk/>
            <pc:sldMk cId="0" sldId="362"/>
            <ac:picMk id="3" creationId="{EFAA7B49-DE41-4CDA-815A-162AE2AD317C}"/>
          </ac:picMkLst>
        </pc:picChg>
      </pc:sldChg>
      <pc:sldChg chg="delSp mod delAnim">
        <pc:chgData name="Бессмертный Игорь Александрович" userId="4f489ec6-c9ca-4727-b2ff-e9e7b63d68f3" providerId="ADAL" clId="{3F989666-CEDC-48B9-9646-F0C2FE333114}" dt="2024-09-12T07:40:22.538" v="164" actId="478"/>
        <pc:sldMkLst>
          <pc:docMk/>
          <pc:sldMk cId="0" sldId="363"/>
        </pc:sldMkLst>
        <pc:picChg chg="del">
          <ac:chgData name="Бессмертный Игорь Александрович" userId="4f489ec6-c9ca-4727-b2ff-e9e7b63d68f3" providerId="ADAL" clId="{3F989666-CEDC-48B9-9646-F0C2FE333114}" dt="2024-09-12T07:40:22.538" v="164" actId="478"/>
          <ac:picMkLst>
            <pc:docMk/>
            <pc:sldMk cId="0" sldId="363"/>
            <ac:picMk id="3" creationId="{DBC6FCA3-A789-47F9-B7BE-1C8ACEC4B2AD}"/>
          </ac:picMkLst>
        </pc:picChg>
      </pc:sldChg>
      <pc:sldChg chg="delSp mod delAnim">
        <pc:chgData name="Бессмертный Игорь Александрович" userId="4f489ec6-c9ca-4727-b2ff-e9e7b63d68f3" providerId="ADAL" clId="{3F989666-CEDC-48B9-9646-F0C2FE333114}" dt="2024-09-12T07:40:28.009" v="165" actId="478"/>
        <pc:sldMkLst>
          <pc:docMk/>
          <pc:sldMk cId="0" sldId="364"/>
        </pc:sldMkLst>
        <pc:picChg chg="del">
          <ac:chgData name="Бессмертный Игорь Александрович" userId="4f489ec6-c9ca-4727-b2ff-e9e7b63d68f3" providerId="ADAL" clId="{3F989666-CEDC-48B9-9646-F0C2FE333114}" dt="2024-09-12T07:40:28.009" v="165" actId="478"/>
          <ac:picMkLst>
            <pc:docMk/>
            <pc:sldMk cId="0" sldId="364"/>
            <ac:picMk id="3" creationId="{F4DCB92F-3667-40E5-A25B-0029493E18A6}"/>
          </ac:picMkLst>
        </pc:picChg>
      </pc:sldChg>
      <pc:sldChg chg="delSp mod delAnim">
        <pc:chgData name="Бессмертный Игорь Александрович" userId="4f489ec6-c9ca-4727-b2ff-e9e7b63d68f3" providerId="ADAL" clId="{3F989666-CEDC-48B9-9646-F0C2FE333114}" dt="2024-09-12T07:40:32.111" v="166" actId="478"/>
        <pc:sldMkLst>
          <pc:docMk/>
          <pc:sldMk cId="0" sldId="365"/>
        </pc:sldMkLst>
        <pc:picChg chg="del">
          <ac:chgData name="Бессмертный Игорь Александрович" userId="4f489ec6-c9ca-4727-b2ff-e9e7b63d68f3" providerId="ADAL" clId="{3F989666-CEDC-48B9-9646-F0C2FE333114}" dt="2024-09-12T07:40:32.111" v="166" actId="478"/>
          <ac:picMkLst>
            <pc:docMk/>
            <pc:sldMk cId="0" sldId="365"/>
            <ac:picMk id="3" creationId="{A5F4D913-DD9C-4723-B702-A580C17D0B98}"/>
          </ac:picMkLst>
        </pc:picChg>
      </pc:sldChg>
      <pc:sldChg chg="delSp mod delAnim">
        <pc:chgData name="Бессмертный Игорь Александрович" userId="4f489ec6-c9ca-4727-b2ff-e9e7b63d68f3" providerId="ADAL" clId="{3F989666-CEDC-48B9-9646-F0C2FE333114}" dt="2024-09-12T07:40:36.122" v="167" actId="478"/>
        <pc:sldMkLst>
          <pc:docMk/>
          <pc:sldMk cId="0" sldId="366"/>
        </pc:sldMkLst>
        <pc:picChg chg="del">
          <ac:chgData name="Бессмертный Игорь Александрович" userId="4f489ec6-c9ca-4727-b2ff-e9e7b63d68f3" providerId="ADAL" clId="{3F989666-CEDC-48B9-9646-F0C2FE333114}" dt="2024-09-12T07:40:36.122" v="167" actId="478"/>
          <ac:picMkLst>
            <pc:docMk/>
            <pc:sldMk cId="0" sldId="366"/>
            <ac:picMk id="3" creationId="{F8445D52-3188-4815-AD88-88DB6B30D5E7}"/>
          </ac:picMkLst>
        </pc:picChg>
      </pc:sldChg>
      <pc:sldChg chg="delSp mod delAnim">
        <pc:chgData name="Бессмертный Игорь Александрович" userId="4f489ec6-c9ca-4727-b2ff-e9e7b63d68f3" providerId="ADAL" clId="{3F989666-CEDC-48B9-9646-F0C2FE333114}" dt="2024-09-12T07:46:23.033" v="235" actId="478"/>
        <pc:sldMkLst>
          <pc:docMk/>
          <pc:sldMk cId="0" sldId="368"/>
        </pc:sldMkLst>
        <pc:picChg chg="del">
          <ac:chgData name="Бессмертный Игорь Александрович" userId="4f489ec6-c9ca-4727-b2ff-e9e7b63d68f3" providerId="ADAL" clId="{3F989666-CEDC-48B9-9646-F0C2FE333114}" dt="2024-09-12T07:46:23.033" v="235" actId="478"/>
          <ac:picMkLst>
            <pc:docMk/>
            <pc:sldMk cId="0" sldId="368"/>
            <ac:picMk id="3" creationId="{D435C2E8-E47B-43FD-81CA-38375FE3271A}"/>
          </ac:picMkLst>
        </pc:picChg>
      </pc:sldChg>
      <pc:sldChg chg="addSp delSp modSp add mod delAnim">
        <pc:chgData name="Бессмертный Игорь Александрович" userId="4f489ec6-c9ca-4727-b2ff-e9e7b63d68f3" providerId="ADAL" clId="{3F989666-CEDC-48B9-9646-F0C2FE333114}" dt="2024-09-12T07:37:38.120" v="158" actId="403"/>
        <pc:sldMkLst>
          <pc:docMk/>
          <pc:sldMk cId="1416378008" sldId="370"/>
        </pc:sldMkLst>
        <pc:spChg chg="add del mod">
          <ac:chgData name="Бессмертный Игорь Александрович" userId="4f489ec6-c9ca-4727-b2ff-e9e7b63d68f3" providerId="ADAL" clId="{3F989666-CEDC-48B9-9646-F0C2FE333114}" dt="2024-09-12T07:33:53.146" v="89"/>
          <ac:spMkLst>
            <pc:docMk/>
            <pc:sldMk cId="1416378008" sldId="370"/>
            <ac:spMk id="5" creationId="{65987D68-3855-559C-E230-D7BA8285CDB5}"/>
          </ac:spMkLst>
        </pc:spChg>
        <pc:spChg chg="add mod">
          <ac:chgData name="Бессмертный Игорь Александрович" userId="4f489ec6-c9ca-4727-b2ff-e9e7b63d68f3" providerId="ADAL" clId="{3F989666-CEDC-48B9-9646-F0C2FE333114}" dt="2024-09-12T07:37:38.120" v="158" actId="403"/>
          <ac:spMkLst>
            <pc:docMk/>
            <pc:sldMk cId="1416378008" sldId="370"/>
            <ac:spMk id="6" creationId="{AED8A303-D8CD-8ADC-36D0-25E70F90512C}"/>
          </ac:spMkLst>
        </pc:spChg>
        <pc:picChg chg="del">
          <ac:chgData name="Бессмертный Игорь Александрович" userId="4f489ec6-c9ca-4727-b2ff-e9e7b63d68f3" providerId="ADAL" clId="{3F989666-CEDC-48B9-9646-F0C2FE333114}" dt="2024-09-12T07:31:50.199" v="3" actId="478"/>
          <ac:picMkLst>
            <pc:docMk/>
            <pc:sldMk cId="1416378008" sldId="370"/>
            <ac:picMk id="3" creationId="{0337115A-837D-4429-9052-C7D7E36FFDB9}"/>
          </ac:picMkLst>
        </pc:picChg>
        <pc:picChg chg="add mod">
          <ac:chgData name="Бессмертный Игорь Александрович" userId="4f489ec6-c9ca-4727-b2ff-e9e7b63d68f3" providerId="ADAL" clId="{3F989666-CEDC-48B9-9646-F0C2FE333114}" dt="2024-09-12T07:37:22.945" v="156" actId="1076"/>
          <ac:picMkLst>
            <pc:docMk/>
            <pc:sldMk cId="1416378008" sldId="370"/>
            <ac:picMk id="7" creationId="{2193C808-AAC4-9B3C-FB65-A3CB618E15AB}"/>
          </ac:picMkLst>
        </pc:picChg>
        <pc:picChg chg="mod">
          <ac:chgData name="Бессмертный Игорь Александрович" userId="4f489ec6-c9ca-4727-b2ff-e9e7b63d68f3" providerId="ADAL" clId="{3F989666-CEDC-48B9-9646-F0C2FE333114}" dt="2024-09-12T07:33:25.611" v="86" actId="1076"/>
          <ac:picMkLst>
            <pc:docMk/>
            <pc:sldMk cId="1416378008" sldId="370"/>
            <ac:picMk id="1026" creationId="{00000000-0000-0000-0000-000000000000}"/>
          </ac:picMkLst>
        </pc:picChg>
        <pc:picChg chg="del">
          <ac:chgData name="Бессмертный Игорь Александрович" userId="4f489ec6-c9ca-4727-b2ff-e9e7b63d68f3" providerId="ADAL" clId="{3F989666-CEDC-48B9-9646-F0C2FE333114}" dt="2024-09-12T07:31:39.329" v="2" actId="478"/>
          <ac:picMkLst>
            <pc:docMk/>
            <pc:sldMk cId="1416378008" sldId="370"/>
            <ac:picMk id="1030" creationId="{00000000-0000-0000-0000-000000000000}"/>
          </ac:picMkLst>
        </pc:picChg>
        <pc:picChg chg="del">
          <ac:chgData name="Бессмертный Игорь Александрович" userId="4f489ec6-c9ca-4727-b2ff-e9e7b63d68f3" providerId="ADAL" clId="{3F989666-CEDC-48B9-9646-F0C2FE333114}" dt="2024-09-12T07:31:37.119" v="1" actId="478"/>
          <ac:picMkLst>
            <pc:docMk/>
            <pc:sldMk cId="1416378008" sldId="370"/>
            <ac:picMk id="1032" creationId="{00000000-0000-0000-0000-000000000000}"/>
          </ac:picMkLst>
        </pc:picChg>
      </pc:sldChg>
      <pc:sldChg chg="addSp delSp modSp add mod">
        <pc:chgData name="Бессмертный Игорь Александрович" userId="4f489ec6-c9ca-4727-b2ff-e9e7b63d68f3" providerId="ADAL" clId="{3F989666-CEDC-48B9-9646-F0C2FE333114}" dt="2024-09-12T08:02:33.036" v="495" actId="20577"/>
        <pc:sldMkLst>
          <pc:docMk/>
          <pc:sldMk cId="3298143978" sldId="371"/>
        </pc:sldMkLst>
        <pc:spChg chg="mod">
          <ac:chgData name="Бессмертный Игорь Александрович" userId="4f489ec6-c9ca-4727-b2ff-e9e7b63d68f3" providerId="ADAL" clId="{3F989666-CEDC-48B9-9646-F0C2FE333114}" dt="2024-09-12T07:49:22.070" v="261" actId="1076"/>
          <ac:spMkLst>
            <pc:docMk/>
            <pc:sldMk cId="3298143978" sldId="371"/>
            <ac:spMk id="2" creationId="{00000000-0000-0000-0000-000000000000}"/>
          </ac:spMkLst>
        </pc:spChg>
        <pc:spChg chg="add del mod">
          <ac:chgData name="Бессмертный Игорь Александрович" userId="4f489ec6-c9ca-4727-b2ff-e9e7b63d68f3" providerId="ADAL" clId="{3F989666-CEDC-48B9-9646-F0C2FE333114}" dt="2024-09-12T08:00:22.210" v="461" actId="20577"/>
          <ac:spMkLst>
            <pc:docMk/>
            <pc:sldMk cId="3298143978" sldId="371"/>
            <ac:spMk id="3" creationId="{00000000-0000-0000-0000-000000000000}"/>
          </ac:spMkLst>
        </pc:spChg>
        <pc:spChg chg="add del mod">
          <ac:chgData name="Бессмертный Игорь Александрович" userId="4f489ec6-c9ca-4727-b2ff-e9e7b63d68f3" providerId="ADAL" clId="{3F989666-CEDC-48B9-9646-F0C2FE333114}" dt="2024-09-12T07:51:58.824" v="373" actId="21"/>
          <ac:spMkLst>
            <pc:docMk/>
            <pc:sldMk cId="3298143978" sldId="371"/>
            <ac:spMk id="6" creationId="{C7EF7F8A-1A84-9718-FD75-CB3E6F5B16EA}"/>
          </ac:spMkLst>
        </pc:spChg>
        <pc:spChg chg="add mod">
          <ac:chgData name="Бессмертный Игорь Александрович" userId="4f489ec6-c9ca-4727-b2ff-e9e7b63d68f3" providerId="ADAL" clId="{3F989666-CEDC-48B9-9646-F0C2FE333114}" dt="2024-09-12T08:02:33.036" v="495" actId="20577"/>
          <ac:spMkLst>
            <pc:docMk/>
            <pc:sldMk cId="3298143978" sldId="371"/>
            <ac:spMk id="7" creationId="{BF8CDD80-0478-1DEE-3573-71D1365B432A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24DF80-13E6-447F-8D03-58C3EF05D9B1}" type="datetimeFigureOut">
              <a:rPr lang="ru-RU" smtClean="0"/>
              <a:t>01.09.2025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43E4EE-D106-4423-9683-3CA17A4059C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207945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77D75B1-AB2F-ABD0-A0EC-181DF62BBE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6D8610A-B38C-F7BB-9A30-AF7B531045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23D283A-DF64-A922-11FB-B25B8F10CC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65A45E-2850-49FC-8DD3-6A9A77B4B5B8}" type="datetime1">
              <a:rPr lang="ru-RU" smtClean="0"/>
              <a:t>01.09.2025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C3B72BC-3B4C-6D95-062C-CCF16DAA0D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DD651B8-A1E4-39A3-3F2E-8D32DF4F3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065956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7BDFA57-2659-C9D2-5FD1-44A866091F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200283B-1874-8757-CCFD-E150516DA5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2C6BFA9-AC50-831B-65D0-7170D03015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569D7A-EACC-4DF9-A224-82968014FB06}" type="datetime1">
              <a:rPr lang="ru-RU" smtClean="0"/>
              <a:t>01.09.2025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4CD5E55-D88C-11A5-71FD-3E1C1B0C74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4832C46-3301-D217-6A1A-FA6620FB9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589316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147FAC1-B5FC-6F33-5A19-B2E2A487F5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E4B431D-4418-6466-5538-3672ED9606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B0D1500-200A-A176-A744-2591F0DDC9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4FD11-299F-4499-BE60-960C20D995C3}" type="datetime1">
              <a:rPr lang="ru-RU" smtClean="0"/>
              <a:t>01.09.2025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31495D1-6006-4637-DC0F-3E0D7A3FB8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4D728B5-E347-757E-5D80-A2F16CE02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769130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379A43F-7E7C-25E1-BDF2-8B6F2360DD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954567B-D038-3066-5F3E-934FEEEFCF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D198043-A947-7D56-593F-89B97F0628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6508EB6-03B2-D19E-D8A6-C78BF0A73B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D85609-D059-4B54-A776-E223B3C4BAE5}" type="datetime1">
              <a:rPr lang="ru-RU" smtClean="0"/>
              <a:t>01.09.2025</a:t>
            </a:fld>
            <a:endParaRPr lang="ru-RU" dirty="0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0BE59A9-B1AB-3A18-FBC1-DDF5E2C6B0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289505F-47D5-7239-2600-4E0B5C28B0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058672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3FC014-0449-6B52-B9B9-21AEDA84A5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0E141DA-4760-0A3D-4600-83D4703ACA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D572E0D-6D34-F71B-022E-186EBE6EE6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C063F53F-F411-FB39-AE17-7975B1D003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5B144A17-FEA3-4779-8A7D-F04B56D206E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625B6D7B-AAF8-C494-70CC-F383EB2C9E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16A60-9F4A-4C94-9FC6-833EF095599F}" type="datetime1">
              <a:rPr lang="ru-RU" smtClean="0"/>
              <a:t>01.09.2025</a:t>
            </a:fld>
            <a:endParaRPr lang="ru-RU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CED47205-E73A-D7EA-1D0D-4D9133D3D3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A1F90AF9-9A4F-8253-3242-75E025C984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976854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4C41CC9-184E-ACAA-C504-E8B27FB0F4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FC1EB3FB-3A68-DD5F-71A2-C6DA297B32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D8C7D7-117E-4DF9-8C14-2BCFE9AE1C35}" type="datetime1">
              <a:rPr lang="ru-RU" smtClean="0"/>
              <a:t>01.09.2025</a:t>
            </a:fld>
            <a:endParaRPr lang="ru-RU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F87ECE9A-081E-A2AF-8446-69C3015CD1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CC8F8CBB-D0AC-9F6E-D4A0-1484A41D5D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839061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951DEDB0-C60E-A1A6-6DDC-0CAE4860BE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1FF56-2A79-4538-BF7F-B9311DC03C12}" type="datetime1">
              <a:rPr lang="ru-RU" smtClean="0"/>
              <a:t>01.09.2025</a:t>
            </a:fld>
            <a:endParaRPr lang="ru-RU" dirty="0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374A1EBD-2C1D-AD68-A4E4-EEB19F7B1B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CAE475A-012B-48E1-FEC4-08F03F35BF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207149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B10CFCC-B822-6C07-3AF4-22FEA7606C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B496D2C-5CAF-479F-A77F-28FDD0115E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EA30866-E817-B35D-F8BE-59C8EBAE45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3566BF0-34C8-E55D-8B3C-BFACD58E8A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FFDD7-77D3-445B-A0F1-4BDA56573359}" type="datetime1">
              <a:rPr lang="ru-RU" smtClean="0"/>
              <a:t>01.09.2025</a:t>
            </a:fld>
            <a:endParaRPr lang="ru-RU" dirty="0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43AAD76-9209-2BA0-55CE-D389A6DBB9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B73F840-7902-DF31-3073-A7991CD656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314850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901789E-F414-D79E-EF7D-9AA17CA84D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86810F57-2114-1BEF-1FE8-55FA2F030B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552B135-E22E-7615-3A0D-4C8067108B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A196197-6EF9-9291-08C5-DB9DA1BBDD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9D41FD-8B59-44E6-8AAD-1508442B072D}" type="datetime1">
              <a:rPr lang="ru-RU" smtClean="0"/>
              <a:t>01.09.2025</a:t>
            </a:fld>
            <a:endParaRPr lang="ru-RU" dirty="0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635879E-2C97-7F4D-7373-E8D1D15FF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70CBFC5-77E2-F6C4-62A1-DBD9A58570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22891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384625F-5B50-9453-D6F0-9F88F485E6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35E8B801-F54F-3502-A22B-3B7FAEEF90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8B1A051-921F-0C71-BB35-0C1B02B85A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1D8CC-118C-4475-9270-06A0784EE019}" type="datetime1">
              <a:rPr lang="ru-RU" smtClean="0"/>
              <a:t>01.09.2025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6EF0A93-2F98-A957-13F0-E3CA84D408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BEDEFC4-C6FB-9746-7514-A36F21AED1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409492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46AC9A9E-61CA-50ED-3860-A924ADECBCA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8F09DB7F-98C3-4E6E-D032-25D34B72DB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9CF9481-BDA0-9E56-C8F4-2148F4D311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C96EDA-28E1-4F03-8E60-207E5113E305}" type="datetime1">
              <a:rPr lang="ru-RU" smtClean="0"/>
              <a:t>01.09.2025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7F9E053-1FA8-0D1D-6BBF-6A4557623A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33AB788-17DF-D16F-F740-9DD00C52F4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147266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EEDDFB1-EF5A-F125-46ED-C46E3BEE48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FE35918-DD24-50CB-D8D4-237EE9D0EA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DDF925B-710A-472B-7C55-3608A0E062B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F8B1159-FA4D-4E5A-B7C3-F29E0529AD55}" type="datetime1">
              <a:rPr lang="ru-RU" smtClean="0"/>
              <a:t>01.09.2025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E76EDF9-F673-E07D-8B77-1C516ADAE2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771BFCE-884B-4BF6-8CAF-B38EE967E3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25C68B6-61C2-468F-89AB-4B9F7531AA68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376359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cibf.edu.au/searching-for-brain-signatures-of-psychiatric-disorders-for-better-diagnosis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hyperlink" Target="https://en.wikipedia.org/wiki/Prolog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7.png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10" Type="http://schemas.openxmlformats.org/officeDocument/2006/relationships/image" Target="../media/image29.png"/><Relationship Id="rId4" Type="http://schemas.openxmlformats.org/officeDocument/2006/relationships/image" Target="../media/image23.png"/><Relationship Id="rId9" Type="http://schemas.openxmlformats.org/officeDocument/2006/relationships/image" Target="../media/image28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2.m4a"/><Relationship Id="rId1" Type="http://schemas.microsoft.com/office/2007/relationships/media" Target="../media/media2.m4a"/><Relationship Id="rId4" Type="http://schemas.openxmlformats.org/officeDocument/2006/relationships/image" Target="../media/image7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3.m4a"/><Relationship Id="rId1" Type="http://schemas.microsoft.com/office/2007/relationships/media" Target="../media/media3.m4a"/><Relationship Id="rId5" Type="http://schemas.openxmlformats.org/officeDocument/2006/relationships/image" Target="../media/image7.png"/><Relationship Id="rId4" Type="http://schemas.openxmlformats.org/officeDocument/2006/relationships/image" Target="../media/image31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4.m4a"/><Relationship Id="rId1" Type="http://schemas.microsoft.com/office/2007/relationships/media" Target="../media/media4.m4a"/><Relationship Id="rId5" Type="http://schemas.openxmlformats.org/officeDocument/2006/relationships/image" Target="../media/image7.png"/><Relationship Id="rId4" Type="http://schemas.openxmlformats.org/officeDocument/2006/relationships/image" Target="../media/image41.png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5.m4a"/><Relationship Id="rId1" Type="http://schemas.microsoft.com/office/2007/relationships/media" Target="../media/media5.m4a"/><Relationship Id="rId5" Type="http://schemas.openxmlformats.org/officeDocument/2006/relationships/image" Target="../media/image7.png"/><Relationship Id="rId4" Type="http://schemas.openxmlformats.org/officeDocument/2006/relationships/image" Target="../media/image54.png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jpeg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F1F102EC-046D-4612-BAA2-F4EF16CACD7F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b="13860"/>
          <a:stretch/>
        </p:blipFill>
        <p:spPr>
          <a:xfrm>
            <a:off x="3563888" y="3572"/>
            <a:ext cx="5580112" cy="3636000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143000" y="3639572"/>
            <a:ext cx="6858000" cy="990600"/>
          </a:xfrm>
        </p:spPr>
        <p:txBody>
          <a:bodyPr>
            <a:normAutofit/>
          </a:bodyPr>
          <a:lstStyle/>
          <a:p>
            <a:r>
              <a:rPr lang="en-US" sz="4300" b="1" dirty="0"/>
              <a:t>Artificial Intelligence : Prolog</a:t>
            </a:r>
            <a:endParaRPr lang="ru-RU" sz="4300" b="1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657350" y="4914794"/>
            <a:ext cx="6858000" cy="1655762"/>
          </a:xfrm>
        </p:spPr>
        <p:txBody>
          <a:bodyPr>
            <a:normAutofit lnSpcReduction="10000"/>
          </a:bodyPr>
          <a:lstStyle/>
          <a:p>
            <a:r>
              <a:rPr lang="en-US" dirty="0"/>
              <a:t>Professor Igor Bessmertny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2024</a:t>
            </a:r>
            <a:endParaRPr lang="ru-RU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02BA6FD6-8485-937D-9605-7F9328168B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9512" y="140732"/>
            <a:ext cx="2400300" cy="8572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Prolog PROGRAMMING LANGUAGE</a:t>
            </a:r>
            <a:endParaRPr lang="ru-RU" dirty="0">
              <a:solidFill>
                <a:srgbClr val="0070C0"/>
              </a:solidFill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000364" y="1571612"/>
            <a:ext cx="5991236" cy="478634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400" b="1" dirty="0">
                <a:solidFill>
                  <a:srgbClr val="002060"/>
                </a:solidFill>
              </a:rPr>
              <a:t>Prolog </a:t>
            </a:r>
            <a:r>
              <a:rPr lang="en-US" sz="2400" dirty="0">
                <a:solidFill>
                  <a:srgbClr val="002060"/>
                </a:solidFill>
              </a:rPr>
              <a:t>is a logic programming language associated with artificial intelligence and computational linguistics.</a:t>
            </a:r>
          </a:p>
          <a:p>
            <a:pPr>
              <a:buNone/>
            </a:pPr>
            <a:r>
              <a:rPr lang="en-US" sz="2400" b="1" dirty="0">
                <a:solidFill>
                  <a:srgbClr val="002060"/>
                </a:solidFill>
              </a:rPr>
              <a:t>Prolog </a:t>
            </a:r>
            <a:r>
              <a:rPr lang="en-US" sz="2400" dirty="0">
                <a:solidFill>
                  <a:srgbClr val="002060"/>
                </a:solidFill>
              </a:rPr>
              <a:t>has its roots in first-order logic, a formal logic, and unlike many other programming languages, Prolog is intended primarily as a declarative programming language: the program logic is expressed in terms of relations, represented as facts and rules. A computation is initiated by running a query over these relation</a:t>
            </a:r>
          </a:p>
          <a:p>
            <a:pPr algn="r">
              <a:buNone/>
            </a:pPr>
            <a:r>
              <a:rPr lang="en-US" sz="2400" dirty="0">
                <a:hlinkClick r:id="rId2"/>
              </a:rPr>
              <a:t>https://en.wikipedia.org/wiki/Prolog</a:t>
            </a:r>
            <a:endParaRPr lang="en-US" sz="2400" dirty="0">
              <a:solidFill>
                <a:srgbClr val="002060"/>
              </a:solidFill>
            </a:endParaRPr>
          </a:p>
        </p:txBody>
      </p:sp>
      <p:pic>
        <p:nvPicPr>
          <p:cNvPr id="36870" name="Picture 6" descr="Photo de Alain COLMERAUER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14282" y="1643050"/>
            <a:ext cx="2143141" cy="1785950"/>
          </a:xfrm>
          <a:prstGeom prst="rect">
            <a:avLst/>
          </a:prstGeom>
          <a:noFill/>
        </p:spPr>
      </p:pic>
      <p:sp>
        <p:nvSpPr>
          <p:cNvPr id="7" name="Прямоугольник 6"/>
          <p:cNvSpPr/>
          <p:nvPr/>
        </p:nvSpPr>
        <p:spPr>
          <a:xfrm>
            <a:off x="214282" y="3571876"/>
            <a:ext cx="2357422" cy="12311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cap="all" dirty="0"/>
              <a:t>ALAIN COLMERAUER</a:t>
            </a:r>
          </a:p>
          <a:p>
            <a:r>
              <a:rPr lang="en-US" b="1" cap="all" dirty="0"/>
              <a:t>1972</a:t>
            </a:r>
            <a:r>
              <a:rPr lang="ru-RU" b="1" cap="all" dirty="0"/>
              <a:t> </a:t>
            </a:r>
          </a:p>
          <a:p>
            <a:r>
              <a:rPr lang="en-US" sz="2000" b="1" dirty="0"/>
              <a:t>Philippe </a:t>
            </a:r>
            <a:r>
              <a:rPr lang="en-US" sz="2000" b="1" dirty="0" err="1"/>
              <a:t>Roussel</a:t>
            </a:r>
            <a:endParaRPr lang="en-US" sz="1600" b="1" cap="all" dirty="0"/>
          </a:p>
          <a:p>
            <a:endParaRPr lang="en-US" b="1" cap="all" dirty="0"/>
          </a:p>
        </p:txBody>
      </p:sp>
      <p:sp>
        <p:nvSpPr>
          <p:cNvPr id="9" name="TextBox 8"/>
          <p:cNvSpPr txBox="1"/>
          <p:nvPr/>
        </p:nvSpPr>
        <p:spPr>
          <a:xfrm>
            <a:off x="6974303" y="6488668"/>
            <a:ext cx="21696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© И.А.Бессмертный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031BD17A-26A7-E5AA-DE82-A25978638D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2</a:t>
            </a:fld>
            <a:endParaRPr lang="ru-RU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Prolog Translators</a:t>
            </a:r>
            <a:br>
              <a:rPr lang="en-US" dirty="0">
                <a:solidFill>
                  <a:srgbClr val="0070C0"/>
                </a:solidFill>
              </a:rPr>
            </a:br>
            <a:endParaRPr lang="ru-RU" dirty="0">
              <a:solidFill>
                <a:srgbClr val="0070C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974303" y="6488668"/>
            <a:ext cx="17458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© </a:t>
            </a:r>
            <a:r>
              <a:rPr lang="en-US" dirty="0"/>
              <a:t>I. Bessmertny</a:t>
            </a:r>
            <a:endParaRPr lang="ru-RU" dirty="0"/>
          </a:p>
        </p:txBody>
      </p:sp>
      <p:pic>
        <p:nvPicPr>
          <p:cNvPr id="1026" name="Picture 2" descr="http://www.swi-prolog.org/icons/swipl.jpe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929454" y="1571612"/>
            <a:ext cx="1856261" cy="1733422"/>
          </a:xfrm>
          <a:prstGeom prst="rect">
            <a:avLst/>
          </a:prstGeom>
          <a:noFill/>
        </p:spPr>
      </p:pic>
      <p:pic>
        <p:nvPicPr>
          <p:cNvPr id="1030" name="Picture 6" descr="WIN-PROLOG Banner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57158" y="4786322"/>
            <a:ext cx="2449929" cy="1857388"/>
          </a:xfrm>
          <a:prstGeom prst="rect">
            <a:avLst/>
          </a:prstGeom>
          <a:noFill/>
        </p:spPr>
      </p:pic>
      <p:pic>
        <p:nvPicPr>
          <p:cNvPr id="1032" name="Picture 8" descr="Download Visual Prolog Personal Edition"/>
          <p:cNvPicPr>
            <a:picLocks noChangeAspect="1" noChangeArrowheads="1"/>
          </p:cNvPicPr>
          <p:nvPr/>
        </p:nvPicPr>
        <p:blipFill>
          <a:blip r:embed="rId6" cstate="print"/>
          <a:srcRect t="6698" b="26793"/>
          <a:stretch>
            <a:fillRect/>
          </a:stretch>
        </p:blipFill>
        <p:spPr bwMode="auto">
          <a:xfrm>
            <a:off x="3071802" y="3143248"/>
            <a:ext cx="3643338" cy="1841558"/>
          </a:xfrm>
          <a:prstGeom prst="rect">
            <a:avLst/>
          </a:prstGeom>
          <a:noFill/>
        </p:spPr>
      </p:pic>
      <p:pic>
        <p:nvPicPr>
          <p:cNvPr id="3" name="Lesson2_Prolog">
            <a:hlinkClick r:id="" action="ppaction://media"/>
            <a:extLst>
              <a:ext uri="{FF2B5EF4-FFF2-40B4-BE49-F238E27FC236}">
                <a16:creationId xmlns:a16="http://schemas.microsoft.com/office/drawing/2014/main" id="{0337115A-837D-4429-9052-C7D7E36FFDB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4327525" y="3184525"/>
            <a:ext cx="487363" cy="487363"/>
          </a:xfrm>
          <a:prstGeom prst="rect">
            <a:avLst/>
          </a:prstGeom>
        </p:spPr>
      </p:pic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5FF709C6-ED0C-2DA4-4BC5-976FEADB68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3</a:t>
            </a:fld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2548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Prolog Translators</a:t>
            </a:r>
            <a:br>
              <a:rPr lang="en-US" dirty="0">
                <a:solidFill>
                  <a:srgbClr val="0070C0"/>
                </a:solidFill>
              </a:rPr>
            </a:br>
            <a:endParaRPr lang="ru-RU" dirty="0">
              <a:solidFill>
                <a:srgbClr val="0070C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974303" y="6488668"/>
            <a:ext cx="17458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© </a:t>
            </a:r>
            <a:r>
              <a:rPr lang="en-US" dirty="0"/>
              <a:t>I. Bessmertny</a:t>
            </a:r>
            <a:endParaRPr lang="ru-RU" dirty="0"/>
          </a:p>
        </p:txBody>
      </p:sp>
      <p:pic>
        <p:nvPicPr>
          <p:cNvPr id="1026" name="Picture 2" descr="http://www.swi-prolog.org/icons/swipl.jpe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372200" y="391806"/>
            <a:ext cx="1856261" cy="1733422"/>
          </a:xfrm>
          <a:prstGeom prst="rect">
            <a:avLst/>
          </a:prstGeom>
          <a:noFill/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D8A303-D8CD-8ADC-36D0-25E70F90512C}"/>
              </a:ext>
            </a:extLst>
          </p:cNvPr>
          <p:cNvSpPr txBox="1"/>
          <p:nvPr/>
        </p:nvSpPr>
        <p:spPr>
          <a:xfrm>
            <a:off x="539552" y="1367523"/>
            <a:ext cx="288032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Source</a:t>
            </a:r>
            <a:r>
              <a:rPr lang="ru-RU" sz="2000" dirty="0"/>
              <a:t>:</a:t>
            </a:r>
            <a:endParaRPr lang="en-US" sz="2000" dirty="0"/>
          </a:p>
          <a:p>
            <a:r>
              <a:rPr lang="en-US" sz="2000" dirty="0"/>
              <a:t>www.swi-prolog.org</a:t>
            </a:r>
            <a:endParaRPr lang="ru-RU" sz="2000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2193C808-AAC4-9B3C-FB65-A3CB618E15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600" y="2177609"/>
            <a:ext cx="6994233" cy="4311059"/>
          </a:xfrm>
          <a:prstGeom prst="rect">
            <a:avLst/>
          </a:prstGeom>
        </p:spPr>
      </p:pic>
      <p:sp>
        <p:nvSpPr>
          <p:cNvPr id="8" name="Номер слайда 7">
            <a:extLst>
              <a:ext uri="{FF2B5EF4-FFF2-40B4-BE49-F238E27FC236}">
                <a16:creationId xmlns:a16="http://schemas.microsoft.com/office/drawing/2014/main" id="{1F88FEB0-5DD5-CA50-F064-9B270A3059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4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163780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Prolog Programming Language</a:t>
            </a:r>
            <a:endParaRPr lang="ru-RU" dirty="0">
              <a:solidFill>
                <a:srgbClr val="0070C0"/>
              </a:solidFill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785786" y="1571612"/>
            <a:ext cx="8205814" cy="478634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>
                <a:solidFill>
                  <a:srgbClr val="002060"/>
                </a:solidFill>
              </a:rPr>
              <a:t>PROLOG</a:t>
            </a:r>
            <a:r>
              <a:rPr lang="ru-RU" dirty="0">
                <a:solidFill>
                  <a:srgbClr val="002060"/>
                </a:solidFill>
              </a:rPr>
              <a:t> -</a:t>
            </a:r>
            <a:endParaRPr lang="en-US" dirty="0">
              <a:solidFill>
                <a:srgbClr val="002060"/>
              </a:solidFill>
            </a:endParaRPr>
          </a:p>
          <a:p>
            <a:pPr>
              <a:buFont typeface="Wingdings" pitchFamily="2" charset="2"/>
              <a:buChar char="§"/>
            </a:pPr>
            <a:r>
              <a:rPr lang="en-US" dirty="0">
                <a:solidFill>
                  <a:srgbClr val="002060"/>
                </a:solidFill>
              </a:rPr>
              <a:t>Predicate calculus language</a:t>
            </a:r>
            <a:endParaRPr lang="ru-RU" dirty="0">
              <a:solidFill>
                <a:srgbClr val="002060"/>
              </a:solidFill>
            </a:endParaRPr>
          </a:p>
          <a:p>
            <a:pPr>
              <a:buFont typeface="Wingdings" pitchFamily="2" charset="2"/>
              <a:buChar char="§"/>
            </a:pPr>
            <a:r>
              <a:rPr lang="en-US" dirty="0">
                <a:solidFill>
                  <a:srgbClr val="002060"/>
                </a:solidFill>
              </a:rPr>
              <a:t>Declarative language </a:t>
            </a:r>
            <a:endParaRPr lang="ru-RU" dirty="0">
              <a:solidFill>
                <a:srgbClr val="002060"/>
              </a:solidFill>
            </a:endParaRPr>
          </a:p>
          <a:p>
            <a:pPr>
              <a:buFont typeface="Wingdings" pitchFamily="2" charset="2"/>
              <a:buChar char="§"/>
            </a:pPr>
            <a:r>
              <a:rPr lang="en-US" dirty="0">
                <a:solidFill>
                  <a:srgbClr val="002060"/>
                </a:solidFill>
              </a:rPr>
              <a:t>Does not contain algorithm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1FBF79B7-5425-465E-D2F5-649898E66A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5</a:t>
            </a:fld>
            <a:endParaRPr lang="ru-RU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7504" y="0"/>
            <a:ext cx="7886700" cy="1325563"/>
          </a:xfrm>
        </p:spPr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Predicate calculus language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23528" y="1571612"/>
            <a:ext cx="3240360" cy="478634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>
                <a:solidFill>
                  <a:srgbClr val="002060"/>
                </a:solidFill>
              </a:rPr>
              <a:t> </a:t>
            </a:r>
            <a:r>
              <a:rPr lang="en-US" dirty="0">
                <a:solidFill>
                  <a:srgbClr val="002060"/>
                </a:solidFill>
              </a:rPr>
              <a:t>Traditional program:</a:t>
            </a:r>
          </a:p>
          <a:p>
            <a:r>
              <a:rPr lang="en-US" dirty="0">
                <a:solidFill>
                  <a:srgbClr val="002060"/>
                </a:solidFill>
              </a:rPr>
              <a:t>Set of instruction.</a:t>
            </a:r>
          </a:p>
          <a:p>
            <a:endParaRPr lang="en-US" dirty="0">
              <a:solidFill>
                <a:srgbClr val="002060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rgbClr val="002060"/>
                </a:solidFill>
              </a:rPr>
              <a:t>Odd/even number:</a:t>
            </a:r>
          </a:p>
          <a:p>
            <a:pPr marL="0" indent="0">
              <a:buNone/>
            </a:pPr>
            <a:r>
              <a:rPr lang="en-US" dirty="0">
                <a:solidFill>
                  <a:srgbClr val="002060"/>
                </a:solidFill>
              </a:rPr>
              <a:t>Even:    X = (X div 2) * 2</a:t>
            </a:r>
          </a:p>
          <a:p>
            <a:pPr marL="0" indent="0">
              <a:buNone/>
            </a:pPr>
            <a:r>
              <a:rPr lang="en-US" dirty="0">
                <a:solidFill>
                  <a:srgbClr val="002060"/>
                </a:solidFill>
              </a:rPr>
              <a:t>Odd:     X ≠ (X div 2) * 2</a:t>
            </a:r>
          </a:p>
          <a:p>
            <a:pPr marL="0" indent="0">
              <a:buNone/>
            </a:pPr>
            <a:endParaRPr lang="en-US" dirty="0">
              <a:solidFill>
                <a:srgbClr val="002060"/>
              </a:solidFill>
            </a:endParaRPr>
          </a:p>
          <a:p>
            <a:endParaRPr lang="en-US" dirty="0">
              <a:solidFill>
                <a:srgbClr val="002060"/>
              </a:solidFill>
            </a:endParaRPr>
          </a:p>
          <a:p>
            <a:pPr>
              <a:buNone/>
            </a:pPr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1FBF79B7-5425-465E-D2F5-649898E66A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6</a:t>
            </a:fld>
            <a:endParaRPr lang="ru-RU" dirty="0"/>
          </a:p>
        </p:txBody>
      </p:sp>
      <p:sp>
        <p:nvSpPr>
          <p:cNvPr id="7" name="Содержимое 2">
            <a:extLst>
              <a:ext uri="{FF2B5EF4-FFF2-40B4-BE49-F238E27FC236}">
                <a16:creationId xmlns:a16="http://schemas.microsoft.com/office/drawing/2014/main" id="{BF8CDD80-0478-1DEE-3573-71D1365B432A}"/>
              </a:ext>
            </a:extLst>
          </p:cNvPr>
          <p:cNvSpPr txBox="1">
            <a:spLocks/>
          </p:cNvSpPr>
          <p:nvPr/>
        </p:nvSpPr>
        <p:spPr>
          <a:xfrm>
            <a:off x="4427984" y="1588744"/>
            <a:ext cx="3240360" cy="47863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b="1" dirty="0">
                <a:solidFill>
                  <a:srgbClr val="002060"/>
                </a:solidFill>
              </a:rPr>
              <a:t>Prolog</a:t>
            </a:r>
            <a:r>
              <a:rPr lang="en-US" dirty="0">
                <a:solidFill>
                  <a:srgbClr val="002060"/>
                </a:solidFill>
              </a:rPr>
              <a:t>:</a:t>
            </a:r>
          </a:p>
          <a:p>
            <a:r>
              <a:rPr lang="en-US" dirty="0">
                <a:solidFill>
                  <a:srgbClr val="002060"/>
                </a:solidFill>
              </a:rPr>
              <a:t>Set of predicates.</a:t>
            </a:r>
          </a:p>
          <a:p>
            <a:endParaRPr lang="en-US" dirty="0">
              <a:solidFill>
                <a:srgbClr val="002060"/>
              </a:solidFill>
            </a:endParaRPr>
          </a:p>
          <a:p>
            <a:pPr>
              <a:buFont typeface="Arial" panose="020B0604020202020204" pitchFamily="34" charset="0"/>
              <a:buNone/>
            </a:pPr>
            <a:endParaRPr lang="en-US">
              <a:solidFill>
                <a:srgbClr val="002060"/>
              </a:solidFill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>
                <a:solidFill>
                  <a:srgbClr val="002060"/>
                </a:solidFill>
              </a:rPr>
              <a:t>even</a:t>
            </a:r>
            <a:r>
              <a:rPr lang="en-US" dirty="0">
                <a:solidFill>
                  <a:srgbClr val="002060"/>
                </a:solidFill>
              </a:rPr>
              <a:t>(0)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dirty="0">
                <a:solidFill>
                  <a:srgbClr val="002060"/>
                </a:solidFill>
              </a:rPr>
              <a:t>even(X) if even(X-2)  </a:t>
            </a:r>
          </a:p>
        </p:txBody>
      </p:sp>
    </p:spTree>
    <p:extLst>
      <p:ext uri="{BB962C8B-B14F-4D97-AF65-F5344CB8AC3E}">
        <p14:creationId xmlns:p14="http://schemas.microsoft.com/office/powerpoint/2010/main" val="32981439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Prolog: AXIOMS (FACTS)</a:t>
            </a:r>
            <a:endParaRPr lang="ru-RU" dirty="0">
              <a:solidFill>
                <a:srgbClr val="0070C0"/>
              </a:solidFill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785786" y="1571612"/>
            <a:ext cx="5357850" cy="478634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>
                <a:solidFill>
                  <a:srgbClr val="002060"/>
                </a:solidFill>
              </a:rPr>
              <a:t>parent(sergey,nikita).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781053CB-70DE-F625-0F5C-B97F395BFB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7</a:t>
            </a:fld>
            <a:endParaRPr lang="ru-RU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Prolog: AXIOMS (FACTS)</a:t>
            </a:r>
            <a:endParaRPr lang="ru-RU" dirty="0">
              <a:solidFill>
                <a:srgbClr val="0070C0"/>
              </a:solidFill>
            </a:endParaRPr>
          </a:p>
        </p:txBody>
      </p:sp>
      <p:sp>
        <p:nvSpPr>
          <p:cNvPr id="5" name="Содержимое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29058" y="1285860"/>
            <a:ext cx="4891095" cy="24150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2411429"/>
            <a:ext cx="6143636" cy="44465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F2C8780-F287-A9C8-F71F-BB09C269D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8</a:t>
            </a:fld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Prolog: AXIOMS (FACTS)</a:t>
            </a:r>
            <a:endParaRPr lang="ru-RU" dirty="0">
              <a:solidFill>
                <a:srgbClr val="0070C0"/>
              </a:solidFill>
            </a:endParaRPr>
          </a:p>
        </p:txBody>
      </p:sp>
      <p:sp>
        <p:nvSpPr>
          <p:cNvPr id="5" name="Содержимое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29058" y="1285860"/>
            <a:ext cx="4891095" cy="24150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2428868"/>
            <a:ext cx="6119540" cy="44291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TextBox 6"/>
          <p:cNvSpPr txBox="1"/>
          <p:nvPr/>
        </p:nvSpPr>
        <p:spPr>
          <a:xfrm>
            <a:off x="648468" y="4684262"/>
            <a:ext cx="7358114" cy="954107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Variables starts from capital letters.</a:t>
            </a:r>
            <a:endParaRPr lang="ru-RU" sz="2800" b="1" dirty="0">
              <a:solidFill>
                <a:srgbClr val="002060"/>
              </a:solidFill>
            </a:endParaRPr>
          </a:p>
          <a:p>
            <a:r>
              <a:rPr lang="en-US" sz="2800" b="1" dirty="0">
                <a:solidFill>
                  <a:srgbClr val="002060"/>
                </a:solidFill>
              </a:rPr>
              <a:t>Variable</a:t>
            </a:r>
            <a:r>
              <a:rPr lang="ru-RU" sz="2800" b="1" dirty="0">
                <a:solidFill>
                  <a:srgbClr val="002060"/>
                </a:solidFill>
              </a:rPr>
              <a:t> </a:t>
            </a:r>
            <a:r>
              <a:rPr lang="en-US" sz="2800" b="1" dirty="0">
                <a:solidFill>
                  <a:srgbClr val="002060"/>
                </a:solidFill>
              </a:rPr>
              <a:t>is an analog of a question word.</a:t>
            </a:r>
            <a:endParaRPr lang="ru-RU" sz="2800" b="1" dirty="0">
              <a:solidFill>
                <a:srgbClr val="002060"/>
              </a:solidFill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DAB7E4D-586E-E36B-CE9D-C5961D7F53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9</a:t>
            </a:fld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Prolog: AXIOMS (FACTS)</a:t>
            </a:r>
            <a:endParaRPr lang="ru-RU" dirty="0">
              <a:solidFill>
                <a:srgbClr val="0070C0"/>
              </a:solidFill>
            </a:endParaRPr>
          </a:p>
        </p:txBody>
      </p:sp>
      <p:sp>
        <p:nvSpPr>
          <p:cNvPr id="5" name="Содержимое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29058" y="1285860"/>
            <a:ext cx="4891095" cy="24150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2428868"/>
            <a:ext cx="6119540" cy="44291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8D134F6B-BE89-3357-6CBE-891B501181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10</a:t>
            </a:fld>
            <a:endParaRPr lang="ru-RU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Prolog: AXIOMS (FACTS)</a:t>
            </a:r>
            <a:endParaRPr lang="ru-RU" dirty="0">
              <a:solidFill>
                <a:srgbClr val="0070C0"/>
              </a:solidFill>
            </a:endParaRPr>
          </a:p>
        </p:txBody>
      </p:sp>
      <p:sp>
        <p:nvSpPr>
          <p:cNvPr id="5" name="Содержимое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29058" y="1285860"/>
            <a:ext cx="4891095" cy="24150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2428868"/>
            <a:ext cx="6119540" cy="44291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TextBox 6"/>
          <p:cNvSpPr txBox="1"/>
          <p:nvPr/>
        </p:nvSpPr>
        <p:spPr>
          <a:xfrm>
            <a:off x="642910" y="4714884"/>
            <a:ext cx="8286808" cy="954107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Anonymous variables start  from  </a:t>
            </a:r>
            <a:r>
              <a:rPr lang="ru-RU" sz="2800" b="1" dirty="0">
                <a:solidFill>
                  <a:srgbClr val="002060"/>
                </a:solidFill>
              </a:rPr>
              <a:t>«_»</a:t>
            </a:r>
          </a:p>
          <a:p>
            <a:r>
              <a:rPr lang="en-US" sz="2800" b="1" dirty="0">
                <a:solidFill>
                  <a:srgbClr val="002060"/>
                </a:solidFill>
              </a:rPr>
              <a:t>Anonymous variable</a:t>
            </a:r>
            <a:r>
              <a:rPr lang="ru-RU" sz="2800" b="1" dirty="0">
                <a:solidFill>
                  <a:srgbClr val="002060"/>
                </a:solidFill>
              </a:rPr>
              <a:t>– </a:t>
            </a:r>
            <a:r>
              <a:rPr lang="en-US" sz="2800" b="1" dirty="0">
                <a:solidFill>
                  <a:srgbClr val="002060"/>
                </a:solidFill>
              </a:rPr>
              <a:t>analog of </a:t>
            </a:r>
            <a:r>
              <a:rPr lang="en-US" sz="2800" b="1" i="1" dirty="0">
                <a:solidFill>
                  <a:srgbClr val="002060"/>
                </a:solidFill>
              </a:rPr>
              <a:t>something</a:t>
            </a:r>
            <a:endParaRPr lang="ru-RU" sz="2800" b="1" i="1" dirty="0">
              <a:solidFill>
                <a:srgbClr val="002060"/>
              </a:solidFill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334CC788-5F71-5BF3-4A1E-555BAD289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11</a:t>
            </a:fld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Prolog: AXIOMS (FACTS)</a:t>
            </a:r>
            <a:endParaRPr lang="ru-RU" dirty="0">
              <a:solidFill>
                <a:srgbClr val="0070C0"/>
              </a:solidFill>
            </a:endParaRPr>
          </a:p>
        </p:txBody>
      </p:sp>
      <p:sp>
        <p:nvSpPr>
          <p:cNvPr id="5" name="Содержимое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29058" y="1285860"/>
            <a:ext cx="4891095" cy="24150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2428868"/>
            <a:ext cx="6119540" cy="44291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84AC46B-19E4-A6D9-13DF-A806CE9BCF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12</a:t>
            </a:fld>
            <a:endParaRPr lang="ru-RU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Prolog: AXIOMS (FACTS)</a:t>
            </a:r>
            <a:endParaRPr lang="ru-RU" dirty="0">
              <a:solidFill>
                <a:srgbClr val="0070C0"/>
              </a:solidFill>
            </a:endParaRPr>
          </a:p>
        </p:txBody>
      </p:sp>
      <p:sp>
        <p:nvSpPr>
          <p:cNvPr id="5" name="Содержимое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000496" y="1285860"/>
            <a:ext cx="4857752" cy="21684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2400" y="2514838"/>
            <a:ext cx="6000760" cy="4343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BF0CAA5-A6B3-57F7-ED43-6AA23A1E06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13</a:t>
            </a:fld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1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1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Prolog: AXIOMS (FACTS)</a:t>
            </a:r>
            <a:endParaRPr lang="ru-RU" dirty="0">
              <a:solidFill>
                <a:srgbClr val="0070C0"/>
              </a:solidFill>
            </a:endParaRPr>
          </a:p>
        </p:txBody>
      </p:sp>
      <p:sp>
        <p:nvSpPr>
          <p:cNvPr id="5" name="Содержимое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000496" y="1285860"/>
            <a:ext cx="4857752" cy="21684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2500306"/>
            <a:ext cx="6020838" cy="43576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98C3BE7-8957-6DA4-A9A0-34CE12F9E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14</a:t>
            </a:fld>
            <a:endParaRPr lang="ru-RU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Prolog: AXIOMS (FACTS)</a:t>
            </a:r>
            <a:endParaRPr lang="ru-RU" dirty="0">
              <a:solidFill>
                <a:srgbClr val="0070C0"/>
              </a:solidFill>
            </a:endParaRPr>
          </a:p>
        </p:txBody>
      </p:sp>
      <p:sp>
        <p:nvSpPr>
          <p:cNvPr id="5" name="Содержимое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143372" y="1142984"/>
            <a:ext cx="4801113" cy="21431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2428868"/>
            <a:ext cx="6119540" cy="44291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70D445B-3279-DBB8-A2E8-BDEB82E1A3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15</a:t>
            </a:fld>
            <a:endParaRPr lang="ru-RU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Prolog: AXIOMS (FACTS)</a:t>
            </a:r>
            <a:endParaRPr lang="ru-RU" dirty="0">
              <a:solidFill>
                <a:srgbClr val="0070C0"/>
              </a:solidFill>
            </a:endParaRPr>
          </a:p>
        </p:txBody>
      </p:sp>
      <p:sp>
        <p:nvSpPr>
          <p:cNvPr id="5" name="Содержимое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143372" y="1142984"/>
            <a:ext cx="4801113" cy="21431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2428868"/>
            <a:ext cx="6119540" cy="44291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A30C196-A1F7-9476-1909-0C57BFDAF0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16</a:t>
            </a:fld>
            <a:endParaRPr lang="ru-RU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Prolog: FACTS AND RULES</a:t>
            </a:r>
            <a:endParaRPr lang="ru-RU" dirty="0">
              <a:solidFill>
                <a:srgbClr val="0070C0"/>
              </a:solidFill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785786" y="2214554"/>
            <a:ext cx="8001056" cy="4143404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4000" b="1" dirty="0">
                <a:solidFill>
                  <a:srgbClr val="002060"/>
                </a:solidFill>
              </a:rPr>
              <a:t>Facts – something known </a:t>
            </a:r>
            <a:endParaRPr lang="ru-RU" sz="4000" b="1" dirty="0">
              <a:solidFill>
                <a:srgbClr val="002060"/>
              </a:solidFill>
            </a:endParaRPr>
          </a:p>
          <a:p>
            <a:pPr>
              <a:buNone/>
            </a:pPr>
            <a:endParaRPr lang="ru-RU" sz="4000" b="1" dirty="0">
              <a:solidFill>
                <a:srgbClr val="002060"/>
              </a:solidFill>
            </a:endParaRPr>
          </a:p>
          <a:p>
            <a:pPr>
              <a:buNone/>
            </a:pPr>
            <a:r>
              <a:rPr lang="en-US" sz="4000" b="1" dirty="0">
                <a:solidFill>
                  <a:srgbClr val="002060"/>
                </a:solidFill>
              </a:rPr>
              <a:t>Rules – a way to yield new facts from known ones</a:t>
            </a:r>
            <a:endParaRPr lang="es-ES" sz="4000" dirty="0">
              <a:solidFill>
                <a:srgbClr val="002060"/>
              </a:solidFill>
            </a:endParaRP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FBFE55AA-4336-F7AE-5C13-0C47B618C0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17</a:t>
            </a:fld>
            <a:endParaRPr lang="ru-RU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Prolog: RULES</a:t>
            </a:r>
            <a:endParaRPr lang="ru-RU" dirty="0">
              <a:solidFill>
                <a:srgbClr val="0070C0"/>
              </a:solidFill>
            </a:endParaRPr>
          </a:p>
        </p:txBody>
      </p:sp>
      <p:pic>
        <p:nvPicPr>
          <p:cNvPr id="10243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2825065"/>
            <a:ext cx="5572132" cy="40329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728739" y="1214422"/>
            <a:ext cx="5253339" cy="27146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44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14282" y="1142984"/>
            <a:ext cx="6635473" cy="52951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45" name="Picture 5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42910" y="1142984"/>
            <a:ext cx="6714056" cy="5357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46" name="Picture 6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1071538" y="1142984"/>
            <a:ext cx="6803577" cy="5429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47" name="Picture 7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1428728" y="1142984"/>
            <a:ext cx="6893097" cy="55007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48" name="Picture 8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1785918" y="1142984"/>
            <a:ext cx="6893097" cy="55007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49" name="Picture 9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2214546" y="1142984"/>
            <a:ext cx="6803577" cy="5429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50" name="Picture 10"/>
          <p:cNvPicPr>
            <a:picLocks noChangeAspect="1" noChangeArrowheads="1"/>
          </p:cNvPicPr>
          <p:nvPr/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2571736" y="1142983"/>
            <a:ext cx="6572264" cy="52446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B260DFE-FADF-B75D-4853-04C07629CD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18</a:t>
            </a:fld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2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2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02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02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02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02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02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02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02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02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02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02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0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02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02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0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02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02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0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Prolog: RULES</a:t>
            </a:r>
            <a:endParaRPr lang="ru-RU" dirty="0">
              <a:solidFill>
                <a:srgbClr val="0070C0"/>
              </a:solidFill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785786" y="1500174"/>
            <a:ext cx="8072494" cy="4857784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s-ES" b="1" dirty="0">
                <a:solidFill>
                  <a:srgbClr val="002060"/>
                </a:solidFill>
              </a:rPr>
              <a:t>parent(</a:t>
            </a:r>
            <a:r>
              <a:rPr lang="es-ES" b="1" dirty="0" err="1">
                <a:solidFill>
                  <a:srgbClr val="002060"/>
                </a:solidFill>
              </a:rPr>
              <a:t>sergey,nikita</a:t>
            </a:r>
            <a:r>
              <a:rPr lang="es-ES" b="1" dirty="0">
                <a:solidFill>
                  <a:srgbClr val="002060"/>
                </a:solidFill>
              </a:rPr>
              <a:t>).</a:t>
            </a:r>
          </a:p>
          <a:p>
            <a:pPr>
              <a:buNone/>
            </a:pPr>
            <a:r>
              <a:rPr lang="es-ES" b="1" dirty="0">
                <a:solidFill>
                  <a:srgbClr val="002060"/>
                </a:solidFill>
              </a:rPr>
              <a:t>parent(</a:t>
            </a:r>
            <a:r>
              <a:rPr lang="es-ES" b="1" dirty="0" err="1">
                <a:solidFill>
                  <a:srgbClr val="002060"/>
                </a:solidFill>
              </a:rPr>
              <a:t>sergey,andrey</a:t>
            </a:r>
            <a:r>
              <a:rPr lang="es-ES" b="1" dirty="0">
                <a:solidFill>
                  <a:srgbClr val="002060"/>
                </a:solidFill>
              </a:rPr>
              <a:t>).</a:t>
            </a:r>
          </a:p>
          <a:p>
            <a:pPr>
              <a:buNone/>
            </a:pPr>
            <a:r>
              <a:rPr lang="es-ES" b="1" dirty="0" err="1">
                <a:solidFill>
                  <a:srgbClr val="002060"/>
                </a:solidFill>
              </a:rPr>
              <a:t>sibling</a:t>
            </a:r>
            <a:r>
              <a:rPr lang="es-ES" b="1" dirty="0">
                <a:solidFill>
                  <a:srgbClr val="002060"/>
                </a:solidFill>
              </a:rPr>
              <a:t>(X,Y) :- parent(Z,X),parent(Z,Y).</a:t>
            </a:r>
          </a:p>
          <a:p>
            <a:pPr>
              <a:buNone/>
            </a:pPr>
            <a:endParaRPr lang="ru-RU" dirty="0">
              <a:solidFill>
                <a:srgbClr val="002060"/>
              </a:solidFill>
            </a:endParaRP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E828179A-52A6-2E82-298E-9A2E73524C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19</a:t>
            </a:fld>
            <a:endParaRPr lang="ru-RU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Prolog: RULES</a:t>
            </a:r>
            <a:endParaRPr lang="ru-RU" dirty="0">
              <a:solidFill>
                <a:srgbClr val="0070C0"/>
              </a:solidFill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785786" y="1500174"/>
            <a:ext cx="8072494" cy="4857784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s-ES" b="1" dirty="0">
                <a:solidFill>
                  <a:srgbClr val="002060"/>
                </a:solidFill>
              </a:rPr>
              <a:t>parent(</a:t>
            </a:r>
            <a:r>
              <a:rPr lang="es-ES" b="1" dirty="0" err="1">
                <a:solidFill>
                  <a:srgbClr val="002060"/>
                </a:solidFill>
              </a:rPr>
              <a:t>sergey,nikita</a:t>
            </a:r>
            <a:r>
              <a:rPr lang="es-ES" b="1" dirty="0">
                <a:solidFill>
                  <a:srgbClr val="002060"/>
                </a:solidFill>
              </a:rPr>
              <a:t>).</a:t>
            </a:r>
          </a:p>
          <a:p>
            <a:pPr>
              <a:buNone/>
            </a:pPr>
            <a:r>
              <a:rPr lang="es-ES" b="1" dirty="0">
                <a:solidFill>
                  <a:srgbClr val="002060"/>
                </a:solidFill>
              </a:rPr>
              <a:t>parent(</a:t>
            </a:r>
            <a:r>
              <a:rPr lang="es-ES" b="1" dirty="0" err="1">
                <a:solidFill>
                  <a:srgbClr val="002060"/>
                </a:solidFill>
              </a:rPr>
              <a:t>sergey,andrey</a:t>
            </a:r>
            <a:r>
              <a:rPr lang="es-ES" b="1" dirty="0">
                <a:solidFill>
                  <a:srgbClr val="002060"/>
                </a:solidFill>
              </a:rPr>
              <a:t>).</a:t>
            </a:r>
          </a:p>
          <a:p>
            <a:pPr>
              <a:buNone/>
            </a:pPr>
            <a:r>
              <a:rPr lang="es-ES" b="1" dirty="0" err="1">
                <a:solidFill>
                  <a:srgbClr val="002060"/>
                </a:solidFill>
              </a:rPr>
              <a:t>sibling</a:t>
            </a:r>
            <a:r>
              <a:rPr lang="es-ES" b="1" dirty="0">
                <a:solidFill>
                  <a:srgbClr val="002060"/>
                </a:solidFill>
              </a:rPr>
              <a:t>(X,Y) :- parent(Z,X),parent(Z,Y).</a:t>
            </a:r>
          </a:p>
          <a:p>
            <a:pPr>
              <a:buNone/>
            </a:pPr>
            <a:endParaRPr lang="ru-RU" dirty="0">
              <a:solidFill>
                <a:srgbClr val="002060"/>
              </a:solidFill>
            </a:endParaRPr>
          </a:p>
          <a:p>
            <a:pPr>
              <a:buNone/>
            </a:pPr>
            <a:r>
              <a:rPr lang="en-US" dirty="0">
                <a:solidFill>
                  <a:srgbClr val="002060"/>
                </a:solidFill>
              </a:rPr>
              <a:t>?- sibling(</a:t>
            </a:r>
            <a:r>
              <a:rPr lang="en-US" dirty="0" err="1">
                <a:solidFill>
                  <a:srgbClr val="002060"/>
                </a:solidFill>
              </a:rPr>
              <a:t>nikita,Who</a:t>
            </a:r>
            <a:r>
              <a:rPr lang="en-US" dirty="0">
                <a:solidFill>
                  <a:srgbClr val="002060"/>
                </a:solidFill>
              </a:rPr>
              <a:t>).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E8544636-3E4D-C13D-61F6-C6DAA319D0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20</a:t>
            </a:fld>
            <a:endParaRPr lang="ru-RU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Prolog: </a:t>
            </a:r>
            <a:r>
              <a:rPr lang="ru-RU" dirty="0">
                <a:solidFill>
                  <a:srgbClr val="0070C0"/>
                </a:solidFill>
              </a:rPr>
              <a:t>правила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785786" y="1500174"/>
            <a:ext cx="8072494" cy="4857784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s-ES" b="1" dirty="0">
                <a:solidFill>
                  <a:srgbClr val="002060"/>
                </a:solidFill>
              </a:rPr>
              <a:t>parent(</a:t>
            </a:r>
            <a:r>
              <a:rPr lang="es-ES" b="1" dirty="0" err="1">
                <a:solidFill>
                  <a:srgbClr val="002060"/>
                </a:solidFill>
              </a:rPr>
              <a:t>sergey,nikita</a:t>
            </a:r>
            <a:r>
              <a:rPr lang="es-ES" b="1" dirty="0">
                <a:solidFill>
                  <a:srgbClr val="002060"/>
                </a:solidFill>
              </a:rPr>
              <a:t>).</a:t>
            </a:r>
          </a:p>
          <a:p>
            <a:pPr>
              <a:buNone/>
            </a:pPr>
            <a:r>
              <a:rPr lang="es-ES" b="1" dirty="0">
                <a:solidFill>
                  <a:srgbClr val="002060"/>
                </a:solidFill>
              </a:rPr>
              <a:t>parent(</a:t>
            </a:r>
            <a:r>
              <a:rPr lang="es-ES" b="1" dirty="0" err="1">
                <a:solidFill>
                  <a:srgbClr val="002060"/>
                </a:solidFill>
              </a:rPr>
              <a:t>sergey,andrey</a:t>
            </a:r>
            <a:r>
              <a:rPr lang="es-ES" b="1" dirty="0">
                <a:solidFill>
                  <a:srgbClr val="002060"/>
                </a:solidFill>
              </a:rPr>
              <a:t>).</a:t>
            </a:r>
          </a:p>
          <a:p>
            <a:pPr>
              <a:buNone/>
            </a:pPr>
            <a:r>
              <a:rPr lang="es-ES" b="1" dirty="0" err="1">
                <a:solidFill>
                  <a:srgbClr val="002060"/>
                </a:solidFill>
              </a:rPr>
              <a:t>sibling</a:t>
            </a:r>
            <a:r>
              <a:rPr lang="es-ES" b="1" dirty="0">
                <a:solidFill>
                  <a:srgbClr val="002060"/>
                </a:solidFill>
              </a:rPr>
              <a:t>(X,Y) :- parent(Z,X),parent(Z,Y).</a:t>
            </a:r>
          </a:p>
          <a:p>
            <a:pPr>
              <a:buNone/>
            </a:pPr>
            <a:endParaRPr lang="ru-RU" dirty="0">
              <a:solidFill>
                <a:srgbClr val="002060"/>
              </a:solidFill>
            </a:endParaRPr>
          </a:p>
          <a:p>
            <a:pPr>
              <a:buNone/>
            </a:pPr>
            <a:r>
              <a:rPr lang="en-US" dirty="0">
                <a:solidFill>
                  <a:srgbClr val="002060"/>
                </a:solidFill>
              </a:rPr>
              <a:t>?- sibling(</a:t>
            </a:r>
            <a:r>
              <a:rPr lang="en-US" dirty="0" err="1">
                <a:solidFill>
                  <a:srgbClr val="002060"/>
                </a:solidFill>
              </a:rPr>
              <a:t>nikita,Who</a:t>
            </a:r>
            <a:r>
              <a:rPr lang="en-US" dirty="0">
                <a:solidFill>
                  <a:srgbClr val="002060"/>
                </a:solidFill>
              </a:rPr>
              <a:t>).</a:t>
            </a:r>
          </a:p>
          <a:p>
            <a:pPr>
              <a:buNone/>
            </a:pPr>
            <a:r>
              <a:rPr lang="en-US" dirty="0">
                <a:solidFill>
                  <a:srgbClr val="002060"/>
                </a:solidFill>
              </a:rPr>
              <a:t>Who = nikita ;</a:t>
            </a:r>
            <a:r>
              <a:rPr lang="ru-RU" dirty="0">
                <a:solidFill>
                  <a:srgbClr val="002060"/>
                </a:solidFill>
              </a:rPr>
              <a:t>   </a:t>
            </a:r>
            <a:r>
              <a:rPr lang="ru-RU" dirty="0">
                <a:solidFill>
                  <a:srgbClr val="C00000"/>
                </a:solidFill>
              </a:rPr>
              <a:t>- </a:t>
            </a:r>
            <a:r>
              <a:rPr lang="en-US" dirty="0">
                <a:solidFill>
                  <a:srgbClr val="C00000"/>
                </a:solidFill>
              </a:rPr>
              <a:t>The son of</a:t>
            </a:r>
            <a:r>
              <a:rPr lang="ru-RU" dirty="0">
                <a:solidFill>
                  <a:srgbClr val="C00000"/>
                </a:solidFill>
              </a:rPr>
              <a:t> </a:t>
            </a:r>
            <a:r>
              <a:rPr lang="en-US" dirty="0">
                <a:solidFill>
                  <a:srgbClr val="C00000"/>
                </a:solidFill>
              </a:rPr>
              <a:t>my father but not</a:t>
            </a:r>
          </a:p>
          <a:p>
            <a:pPr>
              <a:buNone/>
            </a:pPr>
            <a:r>
              <a:rPr lang="en-US" dirty="0">
                <a:solidFill>
                  <a:srgbClr val="C00000"/>
                </a:solidFill>
              </a:rPr>
              <a:t>					My brother!</a:t>
            </a:r>
          </a:p>
          <a:p>
            <a:pPr>
              <a:buNone/>
            </a:pPr>
            <a:r>
              <a:rPr lang="en-US" dirty="0">
                <a:solidFill>
                  <a:srgbClr val="002060"/>
                </a:solidFill>
              </a:rPr>
              <a:t>Who = </a:t>
            </a:r>
            <a:r>
              <a:rPr lang="en-US" dirty="0" err="1">
                <a:solidFill>
                  <a:srgbClr val="002060"/>
                </a:solidFill>
              </a:rPr>
              <a:t>andrey</a:t>
            </a:r>
            <a:r>
              <a:rPr lang="en-US" dirty="0">
                <a:solidFill>
                  <a:srgbClr val="002060"/>
                </a:solidFill>
              </a:rPr>
              <a:t> </a:t>
            </a:r>
            <a:endParaRPr lang="es-ES" dirty="0">
              <a:solidFill>
                <a:srgbClr val="002060"/>
              </a:solidFill>
            </a:endParaRP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1B51C24E-7F2A-0AA4-24BF-4708214469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21</a:t>
            </a:fld>
            <a:endParaRPr lang="ru-RU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Prolog: RULES</a:t>
            </a:r>
            <a:endParaRPr lang="ru-RU" dirty="0">
              <a:solidFill>
                <a:srgbClr val="0070C0"/>
              </a:solidFill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785786" y="1500174"/>
            <a:ext cx="8072494" cy="4857784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s-ES" b="1" dirty="0">
                <a:solidFill>
                  <a:srgbClr val="002060"/>
                </a:solidFill>
              </a:rPr>
              <a:t>parent(</a:t>
            </a:r>
            <a:r>
              <a:rPr lang="es-ES" b="1" dirty="0" err="1">
                <a:solidFill>
                  <a:srgbClr val="002060"/>
                </a:solidFill>
              </a:rPr>
              <a:t>sergey,nikita</a:t>
            </a:r>
            <a:r>
              <a:rPr lang="es-ES" b="1" dirty="0">
                <a:solidFill>
                  <a:srgbClr val="002060"/>
                </a:solidFill>
              </a:rPr>
              <a:t>).</a:t>
            </a:r>
          </a:p>
          <a:p>
            <a:pPr>
              <a:buNone/>
            </a:pPr>
            <a:r>
              <a:rPr lang="es-ES" b="1" dirty="0">
                <a:solidFill>
                  <a:srgbClr val="002060"/>
                </a:solidFill>
              </a:rPr>
              <a:t>parent(</a:t>
            </a:r>
            <a:r>
              <a:rPr lang="es-ES" b="1" dirty="0" err="1">
                <a:solidFill>
                  <a:srgbClr val="002060"/>
                </a:solidFill>
              </a:rPr>
              <a:t>sergey,andrey</a:t>
            </a:r>
            <a:r>
              <a:rPr lang="es-ES" b="1" dirty="0">
                <a:solidFill>
                  <a:srgbClr val="002060"/>
                </a:solidFill>
              </a:rPr>
              <a:t>).</a:t>
            </a:r>
          </a:p>
          <a:p>
            <a:pPr>
              <a:buNone/>
            </a:pPr>
            <a:r>
              <a:rPr lang="es-ES" b="1" dirty="0" err="1">
                <a:solidFill>
                  <a:srgbClr val="002060"/>
                </a:solidFill>
              </a:rPr>
              <a:t>sibling</a:t>
            </a:r>
            <a:r>
              <a:rPr lang="es-ES" b="1" dirty="0">
                <a:solidFill>
                  <a:srgbClr val="002060"/>
                </a:solidFill>
              </a:rPr>
              <a:t>(X,Y) :- parent(Z,X),parent(Z,Y), X\=Y.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D41076CF-7268-ABDC-E9D7-A211C475A8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22</a:t>
            </a:fld>
            <a:endParaRPr lang="ru-RU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Prolog: RULES</a:t>
            </a:r>
            <a:endParaRPr lang="ru-RU" dirty="0">
              <a:solidFill>
                <a:srgbClr val="0070C0"/>
              </a:solidFill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785786" y="1500174"/>
            <a:ext cx="8072494" cy="4857784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s-ES" b="1" dirty="0">
                <a:solidFill>
                  <a:srgbClr val="002060"/>
                </a:solidFill>
              </a:rPr>
              <a:t>parent(</a:t>
            </a:r>
            <a:r>
              <a:rPr lang="es-ES" b="1" dirty="0" err="1">
                <a:solidFill>
                  <a:srgbClr val="002060"/>
                </a:solidFill>
              </a:rPr>
              <a:t>sergey,nikita</a:t>
            </a:r>
            <a:r>
              <a:rPr lang="es-ES" b="1" dirty="0">
                <a:solidFill>
                  <a:srgbClr val="002060"/>
                </a:solidFill>
              </a:rPr>
              <a:t>).</a:t>
            </a:r>
          </a:p>
          <a:p>
            <a:pPr>
              <a:buNone/>
            </a:pPr>
            <a:r>
              <a:rPr lang="es-ES" b="1" dirty="0">
                <a:solidFill>
                  <a:srgbClr val="002060"/>
                </a:solidFill>
              </a:rPr>
              <a:t>parent(</a:t>
            </a:r>
            <a:r>
              <a:rPr lang="es-ES" b="1" dirty="0" err="1">
                <a:solidFill>
                  <a:srgbClr val="002060"/>
                </a:solidFill>
              </a:rPr>
              <a:t>sergey,andrey</a:t>
            </a:r>
            <a:r>
              <a:rPr lang="es-ES" b="1" dirty="0">
                <a:solidFill>
                  <a:srgbClr val="002060"/>
                </a:solidFill>
              </a:rPr>
              <a:t>).</a:t>
            </a:r>
          </a:p>
          <a:p>
            <a:pPr>
              <a:buNone/>
            </a:pPr>
            <a:r>
              <a:rPr lang="en-US" b="1" dirty="0">
                <a:solidFill>
                  <a:srgbClr val="002060"/>
                </a:solidFill>
              </a:rPr>
              <a:t>s</a:t>
            </a:r>
            <a:r>
              <a:rPr lang="es-ES" b="1" dirty="0" err="1">
                <a:solidFill>
                  <a:srgbClr val="002060"/>
                </a:solidFill>
              </a:rPr>
              <a:t>ibling</a:t>
            </a:r>
            <a:r>
              <a:rPr lang="es-ES" b="1" dirty="0">
                <a:solidFill>
                  <a:srgbClr val="002060"/>
                </a:solidFill>
              </a:rPr>
              <a:t>(X,Y) :- parent(Z,X),parent(Z,Y), X\=Y.</a:t>
            </a:r>
            <a:endParaRPr lang="ru-RU" b="1" dirty="0">
              <a:solidFill>
                <a:srgbClr val="002060"/>
              </a:solidFill>
            </a:endParaRPr>
          </a:p>
          <a:p>
            <a:pPr>
              <a:buNone/>
            </a:pPr>
            <a:endParaRPr lang="ru-RU" b="1" dirty="0">
              <a:solidFill>
                <a:srgbClr val="002060"/>
              </a:solidFill>
            </a:endParaRPr>
          </a:p>
          <a:p>
            <a:pPr>
              <a:buNone/>
            </a:pPr>
            <a:r>
              <a:rPr lang="es-ES" b="1" dirty="0">
                <a:solidFill>
                  <a:srgbClr val="002060"/>
                </a:solidFill>
              </a:rPr>
              <a:t> </a:t>
            </a:r>
            <a:r>
              <a:rPr lang="es-ES" dirty="0">
                <a:solidFill>
                  <a:srgbClr val="002060"/>
                </a:solidFill>
              </a:rPr>
              <a:t>?- </a:t>
            </a:r>
            <a:r>
              <a:rPr lang="es-ES" dirty="0" err="1">
                <a:solidFill>
                  <a:srgbClr val="002060"/>
                </a:solidFill>
              </a:rPr>
              <a:t>sibling</a:t>
            </a:r>
            <a:r>
              <a:rPr lang="es-ES" dirty="0">
                <a:solidFill>
                  <a:srgbClr val="002060"/>
                </a:solidFill>
              </a:rPr>
              <a:t>(</a:t>
            </a:r>
            <a:r>
              <a:rPr lang="es-ES" dirty="0" err="1">
                <a:solidFill>
                  <a:srgbClr val="002060"/>
                </a:solidFill>
              </a:rPr>
              <a:t>nikita,Who</a:t>
            </a:r>
            <a:r>
              <a:rPr lang="es-ES" dirty="0">
                <a:solidFill>
                  <a:srgbClr val="002060"/>
                </a:solidFill>
              </a:rPr>
              <a:t>).</a:t>
            </a:r>
          </a:p>
          <a:p>
            <a:pPr>
              <a:buNone/>
            </a:pPr>
            <a:r>
              <a:rPr lang="es-ES" dirty="0" err="1">
                <a:solidFill>
                  <a:srgbClr val="002060"/>
                </a:solidFill>
              </a:rPr>
              <a:t>Who</a:t>
            </a:r>
            <a:r>
              <a:rPr lang="es-ES" dirty="0">
                <a:solidFill>
                  <a:srgbClr val="002060"/>
                </a:solidFill>
              </a:rPr>
              <a:t> = </a:t>
            </a:r>
            <a:r>
              <a:rPr lang="es-ES" dirty="0" err="1">
                <a:solidFill>
                  <a:srgbClr val="002060"/>
                </a:solidFill>
              </a:rPr>
              <a:t>andrey</a:t>
            </a:r>
            <a:r>
              <a:rPr lang="es-ES" dirty="0">
                <a:solidFill>
                  <a:srgbClr val="002060"/>
                </a:solidFill>
              </a:rPr>
              <a:t> 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F4E7B689-E0D6-D158-EF82-491770B500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23</a:t>
            </a:fld>
            <a:endParaRPr lang="ru-RU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Prolog: Recursions</a:t>
            </a:r>
            <a:endParaRPr lang="ru-RU" dirty="0">
              <a:solidFill>
                <a:srgbClr val="0070C0"/>
              </a:solidFill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785786" y="2143116"/>
            <a:ext cx="8072494" cy="421484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>
                <a:solidFill>
                  <a:srgbClr val="002060"/>
                </a:solidFill>
              </a:rPr>
              <a:t>Recursion – a call of a procedure from itself</a:t>
            </a:r>
            <a:endParaRPr lang="ru-RU" b="1" dirty="0">
              <a:solidFill>
                <a:srgbClr val="002060"/>
              </a:solidFill>
            </a:endParaRPr>
          </a:p>
          <a:p>
            <a:pPr>
              <a:buNone/>
            </a:pPr>
            <a:endParaRPr lang="ru-RU" b="1" dirty="0">
              <a:solidFill>
                <a:srgbClr val="002060"/>
              </a:solidFill>
            </a:endParaRPr>
          </a:p>
          <a:p>
            <a:pPr>
              <a:buNone/>
            </a:pPr>
            <a:r>
              <a:rPr lang="en-US" b="1" dirty="0">
                <a:solidFill>
                  <a:srgbClr val="002060"/>
                </a:solidFill>
              </a:rPr>
              <a:t>Recursion</a:t>
            </a:r>
            <a:r>
              <a:rPr lang="ru-RU" b="1" dirty="0">
                <a:solidFill>
                  <a:srgbClr val="002060"/>
                </a:solidFill>
              </a:rPr>
              <a:t> – </a:t>
            </a:r>
            <a:r>
              <a:rPr lang="en-US" b="1" dirty="0">
                <a:solidFill>
                  <a:srgbClr val="002060"/>
                </a:solidFill>
              </a:rPr>
              <a:t>a definition of a predicate from itself</a:t>
            </a:r>
            <a:endParaRPr lang="es-ES" dirty="0">
              <a:solidFill>
                <a:srgbClr val="002060"/>
              </a:solidFill>
            </a:endParaRP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2FD7EA06-C3C9-EA4D-F0FF-B58E6EF68C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24</a:t>
            </a:fld>
            <a:endParaRPr lang="ru-RU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Prolog: Recursions</a:t>
            </a:r>
            <a:endParaRPr lang="ru-RU" dirty="0">
              <a:solidFill>
                <a:srgbClr val="0070C0"/>
              </a:solidFill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785786" y="1500174"/>
            <a:ext cx="8072494" cy="4857784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s-ES" b="1" dirty="0">
                <a:solidFill>
                  <a:srgbClr val="002060"/>
                </a:solidFill>
              </a:rPr>
              <a:t>parent(vladimir,sergey).</a:t>
            </a:r>
          </a:p>
          <a:p>
            <a:pPr>
              <a:buNone/>
            </a:pPr>
            <a:r>
              <a:rPr lang="es-ES" b="1" dirty="0">
                <a:solidFill>
                  <a:srgbClr val="002060"/>
                </a:solidFill>
              </a:rPr>
              <a:t>parent(sergey,andrey).</a:t>
            </a:r>
          </a:p>
          <a:p>
            <a:pPr>
              <a:buNone/>
            </a:pPr>
            <a:r>
              <a:rPr lang="es-ES" b="1" dirty="0">
                <a:solidFill>
                  <a:srgbClr val="002060"/>
                </a:solidFill>
              </a:rPr>
              <a:t>parent(</a:t>
            </a:r>
            <a:r>
              <a:rPr lang="es-ES" b="1" dirty="0" err="1">
                <a:solidFill>
                  <a:srgbClr val="002060"/>
                </a:solidFill>
              </a:rPr>
              <a:t>sergey,nikita</a:t>
            </a:r>
            <a:r>
              <a:rPr lang="es-ES" b="1" dirty="0">
                <a:solidFill>
                  <a:srgbClr val="002060"/>
                </a:solidFill>
              </a:rPr>
              <a:t>).</a:t>
            </a:r>
          </a:p>
          <a:p>
            <a:pPr>
              <a:buNone/>
            </a:pPr>
            <a:r>
              <a:rPr lang="es-ES" b="1" dirty="0">
                <a:solidFill>
                  <a:srgbClr val="002060"/>
                </a:solidFill>
              </a:rPr>
              <a:t>parent(</a:t>
            </a:r>
            <a:r>
              <a:rPr lang="es-ES" b="1" dirty="0" err="1">
                <a:solidFill>
                  <a:srgbClr val="002060"/>
                </a:solidFill>
              </a:rPr>
              <a:t>nikita,anna</a:t>
            </a:r>
            <a:r>
              <a:rPr lang="es-ES" b="1" dirty="0">
                <a:solidFill>
                  <a:srgbClr val="002060"/>
                </a:solidFill>
              </a:rPr>
              <a:t>).</a:t>
            </a:r>
          </a:p>
          <a:p>
            <a:pPr>
              <a:buNone/>
            </a:pPr>
            <a:r>
              <a:rPr lang="es-ES" b="1" dirty="0" err="1">
                <a:solidFill>
                  <a:srgbClr val="002060"/>
                </a:solidFill>
              </a:rPr>
              <a:t>ancestor</a:t>
            </a:r>
            <a:r>
              <a:rPr lang="es-ES" b="1" dirty="0">
                <a:solidFill>
                  <a:srgbClr val="002060"/>
                </a:solidFill>
              </a:rPr>
              <a:t>(X,Y) :- parent(X,Y).</a:t>
            </a:r>
          </a:p>
          <a:p>
            <a:pPr>
              <a:buNone/>
            </a:pPr>
            <a:r>
              <a:rPr lang="es-ES" b="1" dirty="0" err="1">
                <a:solidFill>
                  <a:srgbClr val="002060"/>
                </a:solidFill>
              </a:rPr>
              <a:t>ancestor</a:t>
            </a:r>
            <a:r>
              <a:rPr lang="es-ES" b="1" dirty="0">
                <a:solidFill>
                  <a:srgbClr val="002060"/>
                </a:solidFill>
              </a:rPr>
              <a:t>(X,Y) :- parent(X,Z), </a:t>
            </a:r>
            <a:r>
              <a:rPr lang="es-ES" b="1" dirty="0" err="1">
                <a:solidFill>
                  <a:srgbClr val="002060"/>
                </a:solidFill>
              </a:rPr>
              <a:t>ancestor</a:t>
            </a:r>
            <a:r>
              <a:rPr lang="es-ES" b="1" dirty="0">
                <a:solidFill>
                  <a:srgbClr val="002060"/>
                </a:solidFill>
              </a:rPr>
              <a:t>(Z,Y).</a:t>
            </a:r>
            <a:endParaRPr lang="ru-RU" b="1" dirty="0">
              <a:solidFill>
                <a:srgbClr val="002060"/>
              </a:solidFill>
            </a:endParaRPr>
          </a:p>
          <a:p>
            <a:pPr>
              <a:buNone/>
            </a:pPr>
            <a:r>
              <a:rPr lang="en-US" dirty="0">
                <a:solidFill>
                  <a:srgbClr val="002060"/>
                </a:solidFill>
              </a:rPr>
              <a:t>?- ancestor(</a:t>
            </a:r>
            <a:r>
              <a:rPr lang="en-US" dirty="0" err="1">
                <a:solidFill>
                  <a:srgbClr val="002060"/>
                </a:solidFill>
              </a:rPr>
              <a:t>vladimir,Who</a:t>
            </a:r>
            <a:r>
              <a:rPr lang="en-US" dirty="0">
                <a:solidFill>
                  <a:srgbClr val="002060"/>
                </a:solidFill>
              </a:rPr>
              <a:t>).</a:t>
            </a:r>
          </a:p>
          <a:p>
            <a:pPr>
              <a:buNone/>
            </a:pPr>
            <a:r>
              <a:rPr lang="en-US" dirty="0">
                <a:solidFill>
                  <a:srgbClr val="002060"/>
                </a:solidFill>
              </a:rPr>
              <a:t>Who = sergey ;</a:t>
            </a:r>
          </a:p>
          <a:p>
            <a:pPr>
              <a:buNone/>
            </a:pPr>
            <a:r>
              <a:rPr lang="en-US" dirty="0">
                <a:solidFill>
                  <a:srgbClr val="002060"/>
                </a:solidFill>
              </a:rPr>
              <a:t>Who = </a:t>
            </a:r>
            <a:r>
              <a:rPr lang="en-US" dirty="0" err="1">
                <a:solidFill>
                  <a:srgbClr val="002060"/>
                </a:solidFill>
              </a:rPr>
              <a:t>andrey</a:t>
            </a:r>
            <a:r>
              <a:rPr lang="en-US" dirty="0">
                <a:solidFill>
                  <a:srgbClr val="002060"/>
                </a:solidFill>
              </a:rPr>
              <a:t> ;</a:t>
            </a:r>
          </a:p>
          <a:p>
            <a:pPr>
              <a:buNone/>
            </a:pPr>
            <a:r>
              <a:rPr lang="en-US" dirty="0">
                <a:solidFill>
                  <a:srgbClr val="002060"/>
                </a:solidFill>
              </a:rPr>
              <a:t>Who = </a:t>
            </a:r>
            <a:r>
              <a:rPr lang="en-US" dirty="0" err="1">
                <a:solidFill>
                  <a:srgbClr val="002060"/>
                </a:solidFill>
              </a:rPr>
              <a:t>nikita</a:t>
            </a:r>
            <a:r>
              <a:rPr lang="en-US" dirty="0">
                <a:solidFill>
                  <a:srgbClr val="002060"/>
                </a:solidFill>
              </a:rPr>
              <a:t>;</a:t>
            </a:r>
          </a:p>
          <a:p>
            <a:pPr>
              <a:buNone/>
            </a:pPr>
            <a:r>
              <a:rPr lang="en-US" dirty="0">
                <a:solidFill>
                  <a:srgbClr val="002060"/>
                </a:solidFill>
              </a:rPr>
              <a:t>Who </a:t>
            </a:r>
            <a:r>
              <a:rPr lang="en-US">
                <a:solidFill>
                  <a:srgbClr val="002060"/>
                </a:solidFill>
              </a:rPr>
              <a:t>= anna</a:t>
            </a:r>
            <a:endParaRPr lang="es-ES" dirty="0">
              <a:solidFill>
                <a:srgbClr val="002060"/>
              </a:solidFill>
            </a:endParaRP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44697E31-ACD3-9004-7414-13F8640904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25</a:t>
            </a:fld>
            <a:endParaRPr lang="ru-RU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Prolog: Recursions</a:t>
            </a:r>
            <a:endParaRPr lang="ru-RU" dirty="0">
              <a:solidFill>
                <a:srgbClr val="0070C0"/>
              </a:solidFill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785786" y="1500174"/>
            <a:ext cx="8072494" cy="4857784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>
                <a:solidFill>
                  <a:srgbClr val="002060"/>
                </a:solidFill>
              </a:rPr>
              <a:t>Factorial</a:t>
            </a:r>
            <a:endParaRPr lang="ru-RU" b="1" dirty="0">
              <a:solidFill>
                <a:srgbClr val="002060"/>
              </a:solidFill>
            </a:endParaRPr>
          </a:p>
          <a:p>
            <a:pPr>
              <a:buNone/>
            </a:pPr>
            <a:r>
              <a:rPr lang="en-US" b="1" dirty="0">
                <a:solidFill>
                  <a:srgbClr val="002060"/>
                </a:solidFill>
              </a:rPr>
              <a:t>Math definition</a:t>
            </a:r>
            <a:endParaRPr lang="ru-RU" b="1" dirty="0">
              <a:solidFill>
                <a:srgbClr val="002060"/>
              </a:solidFill>
            </a:endParaRPr>
          </a:p>
          <a:p>
            <a:pPr>
              <a:buNone/>
            </a:pPr>
            <a:endParaRPr lang="ru-RU" b="1" dirty="0">
              <a:solidFill>
                <a:srgbClr val="002060"/>
              </a:solidFill>
            </a:endParaRPr>
          </a:p>
          <a:p>
            <a:pPr>
              <a:buNone/>
            </a:pPr>
            <a:r>
              <a:rPr lang="en-US" b="1" dirty="0">
                <a:solidFill>
                  <a:srgbClr val="002060"/>
                </a:solidFill>
              </a:rPr>
              <a:t>0! = 1</a:t>
            </a:r>
          </a:p>
          <a:p>
            <a:pPr>
              <a:buNone/>
            </a:pPr>
            <a:r>
              <a:rPr lang="en-US" b="1" dirty="0">
                <a:solidFill>
                  <a:srgbClr val="002060"/>
                </a:solidFill>
              </a:rPr>
              <a:t>N! = N*(N-1)!</a:t>
            </a:r>
            <a:endParaRPr lang="ru-RU" b="1" dirty="0">
              <a:solidFill>
                <a:srgbClr val="002060"/>
              </a:solidFill>
            </a:endParaRPr>
          </a:p>
          <a:p>
            <a:pPr>
              <a:buNone/>
            </a:pPr>
            <a:endParaRPr lang="ru-RU" b="1" dirty="0">
              <a:solidFill>
                <a:srgbClr val="002060"/>
              </a:solidFill>
            </a:endParaRP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7973D5AF-9CAE-938D-E8CA-8CCFEB5871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26</a:t>
            </a:fld>
            <a:endParaRPr lang="ru-RU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Prolog: Recursions</a:t>
            </a:r>
            <a:endParaRPr lang="ru-RU" dirty="0">
              <a:solidFill>
                <a:srgbClr val="0070C0"/>
              </a:solidFill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785786" y="1500174"/>
            <a:ext cx="8072494" cy="4857784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>
                <a:solidFill>
                  <a:srgbClr val="00B050"/>
                </a:solidFill>
              </a:rPr>
              <a:t>%     0! = 1</a:t>
            </a:r>
          </a:p>
          <a:p>
            <a:pPr>
              <a:buNone/>
            </a:pPr>
            <a:r>
              <a:rPr lang="en-US" b="1" dirty="0">
                <a:solidFill>
                  <a:srgbClr val="00B050"/>
                </a:solidFill>
              </a:rPr>
              <a:t>%     N! = N*(N-1)!</a:t>
            </a:r>
            <a:endParaRPr lang="ru-RU" b="1" dirty="0">
              <a:solidFill>
                <a:srgbClr val="00B050"/>
              </a:solidFill>
            </a:endParaRPr>
          </a:p>
          <a:p>
            <a:pPr>
              <a:buNone/>
            </a:pPr>
            <a:endParaRPr lang="pt-BR" b="1" dirty="0">
              <a:solidFill>
                <a:srgbClr val="002060"/>
              </a:solidFill>
            </a:endParaRPr>
          </a:p>
          <a:p>
            <a:pPr>
              <a:buNone/>
            </a:pPr>
            <a:r>
              <a:rPr lang="pt-BR" b="1" dirty="0">
                <a:solidFill>
                  <a:srgbClr val="002060"/>
                </a:solidFill>
              </a:rPr>
              <a:t>factorial( 0,1 ).</a:t>
            </a:r>
          </a:p>
          <a:p>
            <a:pPr>
              <a:buNone/>
            </a:pPr>
            <a:r>
              <a:rPr lang="pt-BR" b="1" dirty="0">
                <a:solidFill>
                  <a:srgbClr val="002060"/>
                </a:solidFill>
              </a:rPr>
              <a:t>factorial( N,F ) :- N1 is N-1, </a:t>
            </a:r>
            <a:endParaRPr lang="ru-RU" b="1" dirty="0">
              <a:solidFill>
                <a:srgbClr val="002060"/>
              </a:solidFill>
            </a:endParaRPr>
          </a:p>
          <a:p>
            <a:pPr>
              <a:buNone/>
            </a:pPr>
            <a:r>
              <a:rPr lang="ru-RU" b="1" dirty="0">
                <a:solidFill>
                  <a:srgbClr val="002060"/>
                </a:solidFill>
              </a:rPr>
              <a:t>			</a:t>
            </a:r>
            <a:r>
              <a:rPr lang="pt-BR" b="1" dirty="0">
                <a:solidFill>
                  <a:srgbClr val="002060"/>
                </a:solidFill>
              </a:rPr>
              <a:t>factorial( N1,F1) , </a:t>
            </a:r>
            <a:endParaRPr lang="ru-RU" b="1" dirty="0">
              <a:solidFill>
                <a:srgbClr val="002060"/>
              </a:solidFill>
            </a:endParaRPr>
          </a:p>
          <a:p>
            <a:pPr>
              <a:buNone/>
            </a:pPr>
            <a:r>
              <a:rPr lang="ru-RU" b="1" dirty="0">
                <a:solidFill>
                  <a:srgbClr val="002060"/>
                </a:solidFill>
              </a:rPr>
              <a:t>			</a:t>
            </a:r>
            <a:r>
              <a:rPr lang="pt-BR" b="1" dirty="0">
                <a:solidFill>
                  <a:srgbClr val="002060"/>
                </a:solidFill>
              </a:rPr>
              <a:t>F is F1*N.</a:t>
            </a:r>
            <a:endParaRPr lang="ru-RU" b="1" dirty="0">
              <a:solidFill>
                <a:srgbClr val="002060"/>
              </a:solidFill>
            </a:endParaRPr>
          </a:p>
          <a:p>
            <a:pPr>
              <a:buNone/>
            </a:pPr>
            <a:endParaRPr lang="ru-RU" b="1" dirty="0">
              <a:solidFill>
                <a:srgbClr val="002060"/>
              </a:solidFill>
            </a:endParaRPr>
          </a:p>
        </p:txBody>
      </p:sp>
      <p:pic>
        <p:nvPicPr>
          <p:cNvPr id="4" name="Записанный звук">
            <a:hlinkClick r:id="" action="ppaction://media"/>
            <a:extLst>
              <a:ext uri="{FF2B5EF4-FFF2-40B4-BE49-F238E27FC236}">
                <a16:creationId xmlns:a16="http://schemas.microsoft.com/office/drawing/2014/main" id="{231B797E-ED02-4964-BE84-1A6A66FDFC6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4327525" y="3184525"/>
            <a:ext cx="487363" cy="487363"/>
          </a:xfrm>
          <a:prstGeom prst="rect">
            <a:avLst/>
          </a:prstGeom>
        </p:spPr>
      </p:pic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2882ACF-EBEB-A7D2-1A92-7CE1ADB4B6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27</a:t>
            </a:fld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067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Prolog: Recursions</a:t>
            </a:r>
            <a:endParaRPr lang="ru-RU" dirty="0">
              <a:solidFill>
                <a:srgbClr val="0070C0"/>
              </a:solidFill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785786" y="1500174"/>
            <a:ext cx="8072494" cy="4857784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pt-BR" b="1" dirty="0">
                <a:solidFill>
                  <a:srgbClr val="002060"/>
                </a:solidFill>
              </a:rPr>
              <a:t>factorial( 0,1 ).</a:t>
            </a:r>
          </a:p>
          <a:p>
            <a:pPr>
              <a:buNone/>
            </a:pPr>
            <a:r>
              <a:rPr lang="pt-BR" b="1" dirty="0">
                <a:solidFill>
                  <a:srgbClr val="002060"/>
                </a:solidFill>
              </a:rPr>
              <a:t>factorial( N,F)  :- N1 is N-1, </a:t>
            </a:r>
            <a:endParaRPr lang="ru-RU" b="1" dirty="0">
              <a:solidFill>
                <a:srgbClr val="002060"/>
              </a:solidFill>
            </a:endParaRPr>
          </a:p>
          <a:p>
            <a:pPr>
              <a:buNone/>
            </a:pPr>
            <a:r>
              <a:rPr lang="ru-RU" b="1" dirty="0">
                <a:solidFill>
                  <a:srgbClr val="002060"/>
                </a:solidFill>
              </a:rPr>
              <a:t>			</a:t>
            </a:r>
            <a:r>
              <a:rPr lang="pt-BR" b="1" dirty="0">
                <a:solidFill>
                  <a:srgbClr val="002060"/>
                </a:solidFill>
              </a:rPr>
              <a:t>factorial( N1,F1 ), </a:t>
            </a:r>
            <a:endParaRPr lang="ru-RU" b="1" dirty="0">
              <a:solidFill>
                <a:srgbClr val="002060"/>
              </a:solidFill>
            </a:endParaRPr>
          </a:p>
          <a:p>
            <a:pPr>
              <a:buNone/>
            </a:pPr>
            <a:r>
              <a:rPr lang="ru-RU" b="1" dirty="0">
                <a:solidFill>
                  <a:srgbClr val="002060"/>
                </a:solidFill>
              </a:rPr>
              <a:t>			</a:t>
            </a:r>
            <a:r>
              <a:rPr lang="pt-BR" b="1" dirty="0">
                <a:solidFill>
                  <a:srgbClr val="002060"/>
                </a:solidFill>
              </a:rPr>
              <a:t>F is F1*N.</a:t>
            </a:r>
            <a:endParaRPr lang="ru-RU" b="1" dirty="0">
              <a:solidFill>
                <a:srgbClr val="002060"/>
              </a:solidFill>
            </a:endParaRPr>
          </a:p>
          <a:p>
            <a:pPr>
              <a:buNone/>
            </a:pPr>
            <a:endParaRPr lang="ru-RU" b="1" dirty="0">
              <a:solidFill>
                <a:srgbClr val="002060"/>
              </a:solidFill>
            </a:endParaRPr>
          </a:p>
          <a:p>
            <a:pPr>
              <a:buNone/>
            </a:pPr>
            <a:r>
              <a:rPr lang="pt-BR" dirty="0">
                <a:solidFill>
                  <a:srgbClr val="002060"/>
                </a:solidFill>
              </a:rPr>
              <a:t>?- factorial(3,F).</a:t>
            </a:r>
          </a:p>
          <a:p>
            <a:pPr>
              <a:buNone/>
            </a:pPr>
            <a:r>
              <a:rPr lang="pt-BR" dirty="0">
                <a:solidFill>
                  <a:srgbClr val="002060"/>
                </a:solidFill>
              </a:rPr>
              <a:t>F = </a:t>
            </a:r>
            <a:r>
              <a:rPr lang="ru-RU" dirty="0">
                <a:solidFill>
                  <a:srgbClr val="002060"/>
                </a:solidFill>
              </a:rPr>
              <a:t>6</a:t>
            </a:r>
            <a:endParaRPr lang="pt-BR" dirty="0">
              <a:solidFill>
                <a:srgbClr val="002060"/>
              </a:solidFill>
            </a:endParaRPr>
          </a:p>
        </p:txBody>
      </p:sp>
      <p:sp>
        <p:nvSpPr>
          <p:cNvPr id="4" name="Стрелка влево 3"/>
          <p:cNvSpPr/>
          <p:nvPr/>
        </p:nvSpPr>
        <p:spPr>
          <a:xfrm>
            <a:off x="4786314" y="3357562"/>
            <a:ext cx="1643074" cy="428628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/>
          <p:cNvSpPr txBox="1"/>
          <p:nvPr/>
        </p:nvSpPr>
        <p:spPr>
          <a:xfrm>
            <a:off x="4429124" y="3929066"/>
            <a:ext cx="428628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</a:rPr>
              <a:t>Tail recursion</a:t>
            </a:r>
            <a:r>
              <a:rPr lang="ru-RU" sz="2400" b="1" dirty="0">
                <a:solidFill>
                  <a:srgbClr val="C00000"/>
                </a:solidFill>
              </a:rPr>
              <a:t>.</a:t>
            </a:r>
          </a:p>
          <a:p>
            <a:r>
              <a:rPr lang="en-US" sz="2400" b="1" dirty="0">
                <a:solidFill>
                  <a:srgbClr val="C00000"/>
                </a:solidFill>
              </a:rPr>
              <a:t>Demands to save all the environment</a:t>
            </a:r>
            <a:r>
              <a:rPr lang="ru-RU" sz="2400" b="1" dirty="0">
                <a:solidFill>
                  <a:srgbClr val="C00000"/>
                </a:solidFill>
              </a:rPr>
              <a:t>.</a:t>
            </a:r>
          </a:p>
          <a:p>
            <a:r>
              <a:rPr lang="en-US" sz="2400" b="1" dirty="0">
                <a:solidFill>
                  <a:srgbClr val="C00000"/>
                </a:solidFill>
              </a:rPr>
              <a:t>It is necessary to avoid tail recursion. Otherwise, stack overflow is possible</a:t>
            </a:r>
            <a:endParaRPr lang="ru-RU" sz="2400" b="1" dirty="0">
              <a:solidFill>
                <a:srgbClr val="C00000"/>
              </a:solidFill>
            </a:endParaRP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E5CD8B4-BF58-DF93-5C96-0003A41990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28</a:t>
            </a:fld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Prolog: Hanoi tower</a:t>
            </a:r>
            <a:endParaRPr lang="ru-RU" dirty="0">
              <a:solidFill>
                <a:srgbClr val="0070C0"/>
              </a:solidFill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642910" y="4071942"/>
            <a:ext cx="8215370" cy="228601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dirty="0">
                <a:solidFill>
                  <a:srgbClr val="002060"/>
                </a:solidFill>
              </a:rPr>
              <a:t>Task: To move disks one by one from the left pile to the right one using the middle as a temporary storage. Putting a bigger disk to the smaller is not permitted</a:t>
            </a:r>
            <a:endParaRPr lang="pt-BR" dirty="0">
              <a:solidFill>
                <a:srgbClr val="002060"/>
              </a:solidFill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1214414" y="3214686"/>
            <a:ext cx="1714512" cy="3571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Прямоугольник 4"/>
          <p:cNvSpPr/>
          <p:nvPr/>
        </p:nvSpPr>
        <p:spPr>
          <a:xfrm>
            <a:off x="1500166" y="2857496"/>
            <a:ext cx="1071570" cy="3571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/>
          <p:cNvSpPr/>
          <p:nvPr/>
        </p:nvSpPr>
        <p:spPr>
          <a:xfrm>
            <a:off x="1785918" y="2500306"/>
            <a:ext cx="500066" cy="3571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рямоугольник 6"/>
          <p:cNvSpPr/>
          <p:nvPr/>
        </p:nvSpPr>
        <p:spPr>
          <a:xfrm>
            <a:off x="6143636" y="3214686"/>
            <a:ext cx="1714512" cy="357190"/>
          </a:xfrm>
          <a:prstGeom prst="rect">
            <a:avLst/>
          </a:prstGeom>
          <a:solidFill>
            <a:schemeClr val="bg1"/>
          </a:solidFill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рямоугольник 7"/>
          <p:cNvSpPr/>
          <p:nvPr/>
        </p:nvSpPr>
        <p:spPr>
          <a:xfrm>
            <a:off x="6429388" y="2857496"/>
            <a:ext cx="1071570" cy="357190"/>
          </a:xfrm>
          <a:prstGeom prst="rect">
            <a:avLst/>
          </a:prstGeom>
          <a:solidFill>
            <a:schemeClr val="bg1"/>
          </a:solidFill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/>
          <p:cNvSpPr/>
          <p:nvPr/>
        </p:nvSpPr>
        <p:spPr>
          <a:xfrm>
            <a:off x="6715140" y="2500306"/>
            <a:ext cx="500066" cy="357190"/>
          </a:xfrm>
          <a:prstGeom prst="rect">
            <a:avLst/>
          </a:prstGeom>
          <a:solidFill>
            <a:schemeClr val="bg1"/>
          </a:solidFill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1" name="Прямая соединительная линия 10"/>
          <p:cNvCxnSpPr/>
          <p:nvPr/>
        </p:nvCxnSpPr>
        <p:spPr>
          <a:xfrm rot="5400000">
            <a:off x="964381" y="2607463"/>
            <a:ext cx="2071702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я соединительная линия 13"/>
          <p:cNvCxnSpPr/>
          <p:nvPr/>
        </p:nvCxnSpPr>
        <p:spPr>
          <a:xfrm rot="5400000">
            <a:off x="5893603" y="2536025"/>
            <a:ext cx="2071702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единительная линия 14"/>
          <p:cNvCxnSpPr/>
          <p:nvPr/>
        </p:nvCxnSpPr>
        <p:spPr>
          <a:xfrm rot="5400000">
            <a:off x="3393273" y="2607463"/>
            <a:ext cx="2071702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Выгнутая вверх стрелка 15"/>
          <p:cNvSpPr/>
          <p:nvPr/>
        </p:nvSpPr>
        <p:spPr>
          <a:xfrm>
            <a:off x="2071670" y="1500174"/>
            <a:ext cx="4857784" cy="857256"/>
          </a:xfrm>
          <a:prstGeom prst="curvedDownArrow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12" name="Номер слайда 11">
            <a:extLst>
              <a:ext uri="{FF2B5EF4-FFF2-40B4-BE49-F238E27FC236}">
                <a16:creationId xmlns:a16="http://schemas.microsoft.com/office/drawing/2014/main" id="{DA9531F7-AC85-CA51-FF0B-BCD5C4264E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29</a:t>
            </a:fld>
            <a:endParaRPr lang="ru-RU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Prolog: Hanoi tower</a:t>
            </a:r>
            <a:endParaRPr lang="ru-RU" dirty="0">
              <a:solidFill>
                <a:srgbClr val="0070C0"/>
              </a:solidFill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500034" y="1500174"/>
            <a:ext cx="8358246" cy="4857784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dirty="0">
                <a:solidFill>
                  <a:srgbClr val="002060"/>
                </a:solidFill>
              </a:rPr>
              <a:t>Solution</a:t>
            </a:r>
            <a:endParaRPr lang="pt-BR" dirty="0">
              <a:solidFill>
                <a:srgbClr val="002060"/>
              </a:solidFill>
            </a:endParaRPr>
          </a:p>
        </p:txBody>
      </p:sp>
      <p:sp>
        <p:nvSpPr>
          <p:cNvPr id="23" name="Прямоугольник 22"/>
          <p:cNvSpPr/>
          <p:nvPr/>
        </p:nvSpPr>
        <p:spPr>
          <a:xfrm>
            <a:off x="214282" y="2571744"/>
            <a:ext cx="8715436" cy="371477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4" name="Прямоугольник 23"/>
          <p:cNvSpPr/>
          <p:nvPr/>
        </p:nvSpPr>
        <p:spPr>
          <a:xfrm>
            <a:off x="1142976" y="5500702"/>
            <a:ext cx="1714512" cy="3571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4" name="Группа 33"/>
          <p:cNvGrpSpPr/>
          <p:nvPr/>
        </p:nvGrpSpPr>
        <p:grpSpPr>
          <a:xfrm>
            <a:off x="1428728" y="4786322"/>
            <a:ext cx="1071570" cy="714380"/>
            <a:chOff x="1428728" y="4786322"/>
            <a:chExt cx="1071570" cy="714380"/>
          </a:xfrm>
        </p:grpSpPr>
        <p:sp>
          <p:nvSpPr>
            <p:cNvPr id="25" name="Прямоугольник 24"/>
            <p:cNvSpPr/>
            <p:nvPr/>
          </p:nvSpPr>
          <p:spPr>
            <a:xfrm>
              <a:off x="1428728" y="5143512"/>
              <a:ext cx="1071570" cy="35719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6" name="Прямоугольник 25"/>
            <p:cNvSpPr/>
            <p:nvPr/>
          </p:nvSpPr>
          <p:spPr>
            <a:xfrm>
              <a:off x="1714480" y="4786322"/>
              <a:ext cx="500066" cy="35719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cxnSp>
        <p:nvCxnSpPr>
          <p:cNvPr id="30" name="Прямая соединительная линия 29"/>
          <p:cNvCxnSpPr/>
          <p:nvPr/>
        </p:nvCxnSpPr>
        <p:spPr>
          <a:xfrm rot="5400000">
            <a:off x="892943" y="4893479"/>
            <a:ext cx="2071702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Прямая соединительная линия 30"/>
          <p:cNvCxnSpPr/>
          <p:nvPr/>
        </p:nvCxnSpPr>
        <p:spPr>
          <a:xfrm rot="5400000">
            <a:off x="5822165" y="4822041"/>
            <a:ext cx="2071702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Прямая соединительная линия 31"/>
          <p:cNvCxnSpPr/>
          <p:nvPr/>
        </p:nvCxnSpPr>
        <p:spPr>
          <a:xfrm rot="5400000">
            <a:off x="3321835" y="4893479"/>
            <a:ext cx="2071702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F0BD6A2-C8FC-59EC-D4AA-0107DAD81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30</a:t>
            </a:fld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05556E-6 1.11022E-16 C 0.00677 -0.01435 0.02222 -0.06412 0.0408 -0.08588 C 0.05937 -0.10764 0.08576 -0.12824 0.11111 -0.13032 C 0.13646 -0.13241 0.16701 -0.12778 0.19271 -0.09815 C 0.2184 -0.06852 0.24982 0.01713 0.26493 0.04745 " pathEditMode="relative" rAng="0" ptsTypes="aaaaa">
                                      <p:cBhvr>
                                        <p:cTn id="6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200" y="-43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556E-17 7.40741E-7 C 0.02552 -0.03519 0.09323 -0.175 0.15347 -0.21065 C 0.21372 -0.2463 0.2974 -0.24838 0.36094 -0.2132 C 0.42448 -0.17801 0.49896 -0.04445 0.53524 7.40741E-7 " pathEditMode="relative" rAng="0" ptsTypes="aaaa">
                                      <p:cBhvr>
                                        <p:cTn id="10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6800" y="-124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Прямоугольник 19"/>
          <p:cNvSpPr/>
          <p:nvPr/>
        </p:nvSpPr>
        <p:spPr>
          <a:xfrm>
            <a:off x="214282" y="2571744"/>
            <a:ext cx="8715436" cy="371477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Prolog: Hanoi tower</a:t>
            </a:r>
            <a:endParaRPr lang="ru-RU" dirty="0">
              <a:solidFill>
                <a:srgbClr val="0070C0"/>
              </a:solidFill>
            </a:endParaRPr>
          </a:p>
        </p:txBody>
      </p:sp>
      <p:sp>
        <p:nvSpPr>
          <p:cNvPr id="18" name="Содержимое 17"/>
          <p:cNvSpPr>
            <a:spLocks noGrp="1"/>
          </p:cNvSpPr>
          <p:nvPr>
            <p:ph idx="1"/>
          </p:nvPr>
        </p:nvSpPr>
        <p:spPr>
          <a:xfrm>
            <a:off x="457200" y="1571613"/>
            <a:ext cx="8686800" cy="1000132"/>
          </a:xfrm>
        </p:spPr>
        <p:txBody>
          <a:bodyPr/>
          <a:lstStyle/>
          <a:p>
            <a:r>
              <a:rPr lang="en-US" dirty="0"/>
              <a:t>Solution</a:t>
            </a:r>
            <a:endParaRPr lang="ru-RU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5857884" y="5357826"/>
            <a:ext cx="1714512" cy="3571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17" name="Группа 16"/>
          <p:cNvGrpSpPr/>
          <p:nvPr/>
        </p:nvGrpSpPr>
        <p:grpSpPr>
          <a:xfrm>
            <a:off x="3714744" y="5072074"/>
            <a:ext cx="1071570" cy="714380"/>
            <a:chOff x="1500166" y="2500306"/>
            <a:chExt cx="1071570" cy="714380"/>
          </a:xfrm>
        </p:grpSpPr>
        <p:sp>
          <p:nvSpPr>
            <p:cNvPr id="5" name="Прямоугольник 4"/>
            <p:cNvSpPr/>
            <p:nvPr/>
          </p:nvSpPr>
          <p:spPr>
            <a:xfrm>
              <a:off x="1500166" y="2857496"/>
              <a:ext cx="1071570" cy="35719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 5"/>
            <p:cNvSpPr/>
            <p:nvPr/>
          </p:nvSpPr>
          <p:spPr>
            <a:xfrm>
              <a:off x="1785918" y="2500306"/>
              <a:ext cx="500066" cy="35719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cxnSp>
        <p:nvCxnSpPr>
          <p:cNvPr id="11" name="Прямая соединительная линия 10"/>
          <p:cNvCxnSpPr/>
          <p:nvPr/>
        </p:nvCxnSpPr>
        <p:spPr>
          <a:xfrm rot="5400000">
            <a:off x="750067" y="4893479"/>
            <a:ext cx="2071702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я соединительная линия 13"/>
          <p:cNvCxnSpPr/>
          <p:nvPr/>
        </p:nvCxnSpPr>
        <p:spPr>
          <a:xfrm rot="5400000">
            <a:off x="5679289" y="4822041"/>
            <a:ext cx="2071702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единительная линия 14"/>
          <p:cNvCxnSpPr/>
          <p:nvPr/>
        </p:nvCxnSpPr>
        <p:spPr>
          <a:xfrm rot="5400000">
            <a:off x="3178959" y="4822041"/>
            <a:ext cx="2071702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2019D748-B5A2-44CE-EDC4-2D6F6E80BB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31</a:t>
            </a:fld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05556E-6 3.33333E-6 C 0.01041 -0.02084 0.03767 -0.09792 0.06302 -0.125 C 0.08837 -0.15209 0.12639 -0.16273 0.15191 -0.16204 C 0.17743 -0.16135 0.19652 -0.13496 0.21666 -0.12014 C 0.2368 -0.10533 0.26059 -0.08287 0.27222 -0.07315 " pathEditMode="relative" rAng="0" ptsTypes="aaaaa">
                                      <p:cBhvr>
                                        <p:cTn id="6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600" y="-81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Prolog: Hanoi tower</a:t>
            </a:r>
            <a:endParaRPr lang="ru-RU" dirty="0">
              <a:solidFill>
                <a:srgbClr val="0070C0"/>
              </a:solidFill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500034" y="1500174"/>
            <a:ext cx="8358246" cy="4857784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pt-BR" dirty="0">
                <a:solidFill>
                  <a:srgbClr val="002060"/>
                </a:solidFill>
              </a:rPr>
              <a:t>hanoi(N) :- move(N,left,middle,right).</a:t>
            </a:r>
          </a:p>
          <a:p>
            <a:pPr>
              <a:buNone/>
            </a:pPr>
            <a:r>
              <a:rPr lang="pt-BR" dirty="0">
                <a:solidFill>
                  <a:srgbClr val="002060"/>
                </a:solidFill>
              </a:rPr>
              <a:t>move(1,Source,_,Target) :- inform(Source,Target),!.</a:t>
            </a:r>
          </a:p>
          <a:p>
            <a:pPr>
              <a:buNone/>
            </a:pPr>
            <a:r>
              <a:rPr lang="pt-BR" dirty="0">
                <a:solidFill>
                  <a:srgbClr val="002060"/>
                </a:solidFill>
              </a:rPr>
              <a:t>move(N,Source,Spare,Target) :-</a:t>
            </a:r>
          </a:p>
          <a:p>
            <a:pPr>
              <a:buNone/>
            </a:pPr>
            <a:r>
              <a:rPr lang="pt-BR" dirty="0">
                <a:solidFill>
                  <a:srgbClr val="002060"/>
                </a:solidFill>
              </a:rPr>
              <a:t>   </a:t>
            </a:r>
            <a:r>
              <a:rPr lang="ru-RU" dirty="0">
                <a:solidFill>
                  <a:srgbClr val="002060"/>
                </a:solidFill>
              </a:rPr>
              <a:t>		</a:t>
            </a:r>
            <a:r>
              <a:rPr lang="pt-BR" dirty="0">
                <a:solidFill>
                  <a:srgbClr val="002060"/>
                </a:solidFill>
              </a:rPr>
              <a:t>N1 is N-1,</a:t>
            </a:r>
          </a:p>
          <a:p>
            <a:pPr>
              <a:buNone/>
            </a:pPr>
            <a:r>
              <a:rPr lang="pt-BR" dirty="0">
                <a:solidFill>
                  <a:srgbClr val="002060"/>
                </a:solidFill>
              </a:rPr>
              <a:t>   </a:t>
            </a:r>
            <a:r>
              <a:rPr lang="ru-RU" dirty="0">
                <a:solidFill>
                  <a:srgbClr val="002060"/>
                </a:solidFill>
              </a:rPr>
              <a:t>		</a:t>
            </a:r>
            <a:r>
              <a:rPr lang="pt-BR" dirty="0">
                <a:solidFill>
                  <a:srgbClr val="002060"/>
                </a:solidFill>
              </a:rPr>
              <a:t>move(N1,Source,Target,Spare),</a:t>
            </a:r>
          </a:p>
          <a:p>
            <a:pPr>
              <a:buNone/>
            </a:pPr>
            <a:r>
              <a:rPr lang="pt-BR" dirty="0">
                <a:solidFill>
                  <a:srgbClr val="002060"/>
                </a:solidFill>
              </a:rPr>
              <a:t>   </a:t>
            </a:r>
            <a:r>
              <a:rPr lang="ru-RU" dirty="0">
                <a:solidFill>
                  <a:srgbClr val="002060"/>
                </a:solidFill>
              </a:rPr>
              <a:t>		</a:t>
            </a:r>
            <a:r>
              <a:rPr lang="pt-BR" dirty="0">
                <a:solidFill>
                  <a:srgbClr val="002060"/>
                </a:solidFill>
              </a:rPr>
              <a:t>inform(Source,Target),</a:t>
            </a:r>
          </a:p>
          <a:p>
            <a:pPr>
              <a:buNone/>
            </a:pPr>
            <a:r>
              <a:rPr lang="pt-BR" dirty="0">
                <a:solidFill>
                  <a:srgbClr val="002060"/>
                </a:solidFill>
              </a:rPr>
              <a:t>   </a:t>
            </a:r>
            <a:r>
              <a:rPr lang="ru-RU" dirty="0">
                <a:solidFill>
                  <a:srgbClr val="002060"/>
                </a:solidFill>
              </a:rPr>
              <a:t>		</a:t>
            </a:r>
            <a:r>
              <a:rPr lang="pt-BR" dirty="0">
                <a:solidFill>
                  <a:srgbClr val="002060"/>
                </a:solidFill>
              </a:rPr>
              <a:t>move(N1,Spare,Source,Target).</a:t>
            </a:r>
          </a:p>
          <a:p>
            <a:pPr>
              <a:buNone/>
            </a:pPr>
            <a:r>
              <a:rPr lang="pt-BR" dirty="0">
                <a:solidFill>
                  <a:srgbClr val="002060"/>
                </a:solidFill>
              </a:rPr>
              <a:t>inform(Source,Target) :-</a:t>
            </a:r>
            <a:r>
              <a:rPr lang="ru-RU" dirty="0">
                <a:solidFill>
                  <a:srgbClr val="002060"/>
                </a:solidFill>
              </a:rPr>
              <a:t> </a:t>
            </a:r>
            <a:r>
              <a:rPr lang="pt-BR" dirty="0">
                <a:solidFill>
                  <a:srgbClr val="002060"/>
                </a:solidFill>
              </a:rPr>
              <a:t> write( 'Move disc from ' ),</a:t>
            </a:r>
          </a:p>
          <a:p>
            <a:pPr>
              <a:buNone/>
            </a:pPr>
            <a:r>
              <a:rPr lang="pt-BR" dirty="0">
                <a:solidFill>
                  <a:srgbClr val="002060"/>
                </a:solidFill>
              </a:rPr>
              <a:t>   write( Source ), write( ' to ' ), write( Target ), nl.</a:t>
            </a:r>
          </a:p>
          <a:p>
            <a:pPr>
              <a:buNone/>
            </a:pPr>
            <a:endParaRPr lang="pt-BR" dirty="0">
              <a:solidFill>
                <a:srgbClr val="002060"/>
              </a:solidFill>
            </a:endParaRP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156D437D-21CD-6A7C-1270-259615A27A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32</a:t>
            </a:fld>
            <a:endParaRPr lang="ru-RU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Prolog: game</a:t>
            </a:r>
            <a:r>
              <a:rPr lang="ru-RU" dirty="0">
                <a:solidFill>
                  <a:srgbClr val="0070C0"/>
                </a:solidFill>
              </a:rPr>
              <a:t> 23 </a:t>
            </a:r>
            <a:r>
              <a:rPr lang="en-US" dirty="0">
                <a:solidFill>
                  <a:srgbClr val="0070C0"/>
                </a:solidFill>
              </a:rPr>
              <a:t>sticks</a:t>
            </a:r>
            <a:endParaRPr lang="ru-RU" dirty="0">
              <a:solidFill>
                <a:srgbClr val="0070C0"/>
              </a:solidFill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500034" y="1500174"/>
            <a:ext cx="8358246" cy="4857784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3600" b="1" dirty="0">
                <a:solidFill>
                  <a:srgbClr val="002060"/>
                </a:solidFill>
              </a:rPr>
              <a:t>There are </a:t>
            </a:r>
            <a:r>
              <a:rPr lang="ru-RU" sz="3600" b="1" dirty="0">
                <a:solidFill>
                  <a:srgbClr val="002060"/>
                </a:solidFill>
              </a:rPr>
              <a:t>23 </a:t>
            </a:r>
            <a:r>
              <a:rPr lang="en-US" sz="3600" b="1" dirty="0">
                <a:solidFill>
                  <a:srgbClr val="002060"/>
                </a:solidFill>
              </a:rPr>
              <a:t>sticks on the table</a:t>
            </a:r>
            <a:r>
              <a:rPr lang="ru-RU" sz="3600" b="1" dirty="0">
                <a:solidFill>
                  <a:srgbClr val="002060"/>
                </a:solidFill>
              </a:rPr>
              <a:t>.</a:t>
            </a:r>
          </a:p>
          <a:p>
            <a:pPr>
              <a:buNone/>
            </a:pPr>
            <a:r>
              <a:rPr lang="en-US" sz="3600" b="1" dirty="0">
                <a:solidFill>
                  <a:srgbClr val="002060"/>
                </a:solidFill>
              </a:rPr>
              <a:t>Player’s move is to take  </a:t>
            </a:r>
            <a:r>
              <a:rPr lang="ru-RU" sz="3600" b="1" dirty="0">
                <a:solidFill>
                  <a:srgbClr val="002060"/>
                </a:solidFill>
              </a:rPr>
              <a:t>1, 2 </a:t>
            </a:r>
            <a:r>
              <a:rPr lang="en-US" sz="3600" b="1" dirty="0">
                <a:solidFill>
                  <a:srgbClr val="002060"/>
                </a:solidFill>
              </a:rPr>
              <a:t>or </a:t>
            </a:r>
            <a:r>
              <a:rPr lang="ru-RU" sz="3600" b="1" dirty="0">
                <a:solidFill>
                  <a:srgbClr val="002060"/>
                </a:solidFill>
              </a:rPr>
              <a:t>3 </a:t>
            </a:r>
            <a:r>
              <a:rPr lang="en-US" sz="3600" b="1" dirty="0">
                <a:solidFill>
                  <a:srgbClr val="002060"/>
                </a:solidFill>
              </a:rPr>
              <a:t>sticks</a:t>
            </a:r>
            <a:r>
              <a:rPr lang="ru-RU" sz="3600" b="1" dirty="0">
                <a:solidFill>
                  <a:srgbClr val="002060"/>
                </a:solidFill>
              </a:rPr>
              <a:t>.</a:t>
            </a:r>
          </a:p>
          <a:p>
            <a:pPr>
              <a:buNone/>
            </a:pPr>
            <a:r>
              <a:rPr lang="en-US" sz="3600" b="1" dirty="0">
                <a:solidFill>
                  <a:srgbClr val="002060"/>
                </a:solidFill>
              </a:rPr>
              <a:t>The player who took the last stick lost</a:t>
            </a:r>
            <a:r>
              <a:rPr lang="ru-RU" sz="3600" b="1" dirty="0">
                <a:solidFill>
                  <a:srgbClr val="002060"/>
                </a:solidFill>
              </a:rPr>
              <a:t>.</a:t>
            </a:r>
            <a:endParaRPr lang="pt-BR" sz="3600" b="1" dirty="0">
              <a:solidFill>
                <a:srgbClr val="002060"/>
              </a:solidFill>
            </a:endParaRPr>
          </a:p>
          <a:p>
            <a:pPr>
              <a:buNone/>
            </a:pPr>
            <a:endParaRPr lang="pt-BR" dirty="0">
              <a:solidFill>
                <a:srgbClr val="002060"/>
              </a:solidFill>
            </a:endParaRP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DF195144-86DD-7BAD-42FF-08BBEDD3F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33</a:t>
            </a:fld>
            <a:endParaRPr lang="ru-RU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Prolog: game</a:t>
            </a:r>
            <a:r>
              <a:rPr lang="ru-RU" dirty="0">
                <a:solidFill>
                  <a:srgbClr val="0070C0"/>
                </a:solidFill>
              </a:rPr>
              <a:t> 23 </a:t>
            </a:r>
            <a:r>
              <a:rPr lang="en-US" dirty="0">
                <a:solidFill>
                  <a:srgbClr val="0070C0"/>
                </a:solidFill>
              </a:rPr>
              <a:t>sticks</a:t>
            </a:r>
            <a:endParaRPr lang="ru-RU" dirty="0">
              <a:solidFill>
                <a:srgbClr val="0070C0"/>
              </a:solidFill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500034" y="1500174"/>
            <a:ext cx="8358246" cy="4857784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>
                <a:solidFill>
                  <a:srgbClr val="00B050"/>
                </a:solidFill>
              </a:rPr>
              <a:t>% </a:t>
            </a:r>
            <a:r>
              <a:rPr lang="ru-RU" b="1" dirty="0">
                <a:solidFill>
                  <a:srgbClr val="00B050"/>
                </a:solidFill>
              </a:rPr>
              <a:t> </a:t>
            </a:r>
            <a:r>
              <a:rPr lang="en-US" b="1" dirty="0">
                <a:solidFill>
                  <a:srgbClr val="00B050"/>
                </a:solidFill>
              </a:rPr>
              <a:t>permitted moves</a:t>
            </a:r>
          </a:p>
          <a:p>
            <a:pPr>
              <a:buNone/>
            </a:pPr>
            <a:r>
              <a:rPr lang="en-US" b="1" dirty="0">
                <a:solidFill>
                  <a:srgbClr val="002060"/>
                </a:solidFill>
              </a:rPr>
              <a:t>move(1).   </a:t>
            </a:r>
            <a:r>
              <a:rPr lang="pt-BR" b="1" dirty="0">
                <a:solidFill>
                  <a:srgbClr val="002060"/>
                </a:solidFill>
              </a:rPr>
              <a:t>move(2).  move(3).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3A17195-16AD-C8B7-6F6B-01EC0AED5C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34</a:t>
            </a:fld>
            <a:endParaRPr lang="ru-RU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Prolog: game</a:t>
            </a:r>
            <a:r>
              <a:rPr lang="ru-RU" dirty="0">
                <a:solidFill>
                  <a:srgbClr val="0070C0"/>
                </a:solidFill>
              </a:rPr>
              <a:t> 23 </a:t>
            </a:r>
            <a:r>
              <a:rPr lang="en-US" dirty="0">
                <a:solidFill>
                  <a:srgbClr val="0070C0"/>
                </a:solidFill>
              </a:rPr>
              <a:t>sticks</a:t>
            </a:r>
            <a:endParaRPr lang="ru-RU" dirty="0">
              <a:solidFill>
                <a:srgbClr val="0070C0"/>
              </a:solidFill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500034" y="1500174"/>
            <a:ext cx="8358246" cy="4857784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>
                <a:solidFill>
                  <a:srgbClr val="00B050"/>
                </a:solidFill>
              </a:rPr>
              <a:t>% </a:t>
            </a:r>
            <a:r>
              <a:rPr lang="ru-RU" b="1" dirty="0">
                <a:solidFill>
                  <a:srgbClr val="00B050"/>
                </a:solidFill>
              </a:rPr>
              <a:t> </a:t>
            </a:r>
            <a:r>
              <a:rPr lang="en-US" b="1" dirty="0">
                <a:solidFill>
                  <a:srgbClr val="00B050"/>
                </a:solidFill>
              </a:rPr>
              <a:t>permitted moves</a:t>
            </a:r>
          </a:p>
          <a:p>
            <a:pPr>
              <a:buNone/>
            </a:pPr>
            <a:r>
              <a:rPr lang="en-US" b="1" dirty="0">
                <a:solidFill>
                  <a:srgbClr val="002060"/>
                </a:solidFill>
              </a:rPr>
              <a:t>move(1).   </a:t>
            </a:r>
            <a:r>
              <a:rPr lang="pt-BR" b="1" dirty="0">
                <a:solidFill>
                  <a:srgbClr val="002060"/>
                </a:solidFill>
              </a:rPr>
              <a:t>move(2).  move(3).</a:t>
            </a:r>
          </a:p>
          <a:p>
            <a:pPr>
              <a:buNone/>
            </a:pPr>
            <a:r>
              <a:rPr lang="ru-RU" b="1" dirty="0">
                <a:solidFill>
                  <a:srgbClr val="00B050"/>
                </a:solidFill>
              </a:rPr>
              <a:t>%  </a:t>
            </a:r>
            <a:r>
              <a:rPr lang="en-US" b="1" dirty="0">
                <a:solidFill>
                  <a:srgbClr val="00B050"/>
                </a:solidFill>
              </a:rPr>
              <a:t>Rule for a good move</a:t>
            </a:r>
            <a:endParaRPr lang="pt-BR" b="1" dirty="0">
              <a:solidFill>
                <a:srgbClr val="00B050"/>
              </a:solidFill>
            </a:endParaRPr>
          </a:p>
          <a:p>
            <a:pPr>
              <a:buNone/>
            </a:pPr>
            <a:r>
              <a:rPr lang="pt-BR" b="1" dirty="0">
                <a:solidFill>
                  <a:srgbClr val="002060"/>
                </a:solidFill>
              </a:rPr>
              <a:t>good_move( X, M ) :-  move(M), X – M = 1.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CE033153-F96D-C085-1A09-7A370A6271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35</a:t>
            </a:fld>
            <a:endParaRPr lang="ru-RU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Prolog: game</a:t>
            </a:r>
            <a:r>
              <a:rPr lang="ru-RU" dirty="0">
                <a:solidFill>
                  <a:srgbClr val="0070C0"/>
                </a:solidFill>
              </a:rPr>
              <a:t> 23 </a:t>
            </a:r>
            <a:r>
              <a:rPr lang="en-US" dirty="0">
                <a:solidFill>
                  <a:srgbClr val="0070C0"/>
                </a:solidFill>
              </a:rPr>
              <a:t>sticks</a:t>
            </a:r>
            <a:endParaRPr lang="ru-RU" dirty="0">
              <a:solidFill>
                <a:srgbClr val="0070C0"/>
              </a:solidFill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500034" y="1500174"/>
            <a:ext cx="8358246" cy="4857784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>
                <a:solidFill>
                  <a:srgbClr val="00B050"/>
                </a:solidFill>
              </a:rPr>
              <a:t>% </a:t>
            </a:r>
            <a:r>
              <a:rPr lang="ru-RU" b="1" dirty="0">
                <a:solidFill>
                  <a:srgbClr val="00B050"/>
                </a:solidFill>
              </a:rPr>
              <a:t> </a:t>
            </a:r>
            <a:r>
              <a:rPr lang="en-US" b="1" dirty="0">
                <a:solidFill>
                  <a:srgbClr val="00B050"/>
                </a:solidFill>
              </a:rPr>
              <a:t>permitted moves</a:t>
            </a:r>
          </a:p>
          <a:p>
            <a:pPr>
              <a:buNone/>
            </a:pPr>
            <a:r>
              <a:rPr lang="en-US" b="1" dirty="0">
                <a:solidFill>
                  <a:srgbClr val="002060"/>
                </a:solidFill>
              </a:rPr>
              <a:t>move(1).   </a:t>
            </a:r>
            <a:r>
              <a:rPr lang="pt-BR" b="1" dirty="0">
                <a:solidFill>
                  <a:srgbClr val="002060"/>
                </a:solidFill>
              </a:rPr>
              <a:t>move(2).  move(3).</a:t>
            </a:r>
          </a:p>
          <a:p>
            <a:pPr>
              <a:buNone/>
            </a:pPr>
            <a:r>
              <a:rPr lang="ru-RU" b="1" dirty="0">
                <a:solidFill>
                  <a:srgbClr val="00B050"/>
                </a:solidFill>
              </a:rPr>
              <a:t>%</a:t>
            </a:r>
            <a:r>
              <a:rPr lang="en-US" b="1" dirty="0">
                <a:solidFill>
                  <a:srgbClr val="00B050"/>
                </a:solidFill>
              </a:rPr>
              <a:t> Rule for a good move</a:t>
            </a:r>
            <a:endParaRPr lang="pt-BR" b="1" dirty="0">
              <a:solidFill>
                <a:srgbClr val="00B050"/>
              </a:solidFill>
            </a:endParaRPr>
          </a:p>
          <a:p>
            <a:pPr>
              <a:buNone/>
            </a:pPr>
            <a:r>
              <a:rPr lang="pt-BR" b="1" dirty="0">
                <a:solidFill>
                  <a:srgbClr val="002060"/>
                </a:solidFill>
              </a:rPr>
              <a:t>good_move( X, M ) :- </a:t>
            </a:r>
            <a:r>
              <a:rPr lang="ru-RU" b="1" dirty="0">
                <a:solidFill>
                  <a:srgbClr val="002060"/>
                </a:solidFill>
              </a:rPr>
              <a:t> </a:t>
            </a:r>
            <a:r>
              <a:rPr lang="en-US" b="1" dirty="0">
                <a:solidFill>
                  <a:srgbClr val="002060"/>
                </a:solidFill>
              </a:rPr>
              <a:t>move(M),  </a:t>
            </a:r>
            <a:r>
              <a:rPr lang="pt-BR" b="1" dirty="0">
                <a:solidFill>
                  <a:srgbClr val="002060"/>
                </a:solidFill>
              </a:rPr>
              <a:t>X – M = 1.</a:t>
            </a:r>
          </a:p>
          <a:p>
            <a:pPr>
              <a:buNone/>
            </a:pPr>
            <a:r>
              <a:rPr lang="pt-BR" b="1" dirty="0">
                <a:solidFill>
                  <a:srgbClr val="002060"/>
                </a:solidFill>
              </a:rPr>
              <a:t>good_move( X,M ) :- </a:t>
            </a:r>
          </a:p>
          <a:p>
            <a:pPr>
              <a:buNone/>
            </a:pPr>
            <a:r>
              <a:rPr lang="pt-BR" b="1" dirty="0">
                <a:solidFill>
                  <a:srgbClr val="002060"/>
                </a:solidFill>
              </a:rPr>
              <a:t>			move(M),</a:t>
            </a:r>
          </a:p>
          <a:p>
            <a:pPr>
              <a:buNone/>
            </a:pPr>
            <a:r>
              <a:rPr lang="pt-BR" b="1" dirty="0">
                <a:solidFill>
                  <a:srgbClr val="002060"/>
                </a:solidFill>
              </a:rPr>
              <a:t>			X1 is X-M,</a:t>
            </a:r>
          </a:p>
          <a:p>
            <a:pPr>
              <a:buNone/>
            </a:pPr>
            <a:r>
              <a:rPr lang="pt-BR" b="1" dirty="0">
                <a:solidFill>
                  <a:srgbClr val="002060"/>
                </a:solidFill>
              </a:rPr>
              <a:t>			not(good_move(X1,_)).</a:t>
            </a:r>
            <a:endParaRPr lang="pt-BR" dirty="0">
              <a:solidFill>
                <a:srgbClr val="002060"/>
              </a:solidFill>
            </a:endParaRP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E3C22D3-F006-3347-F762-17AF4AFD7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36</a:t>
            </a:fld>
            <a:endParaRPr lang="ru-RU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Prolog: cuts</a:t>
            </a:r>
            <a:endParaRPr lang="ru-RU" dirty="0">
              <a:solidFill>
                <a:srgbClr val="0070C0"/>
              </a:solidFill>
            </a:endParaRPr>
          </a:p>
        </p:txBody>
      </p:sp>
      <p:sp>
        <p:nvSpPr>
          <p:cNvPr id="4" name="Содержимое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b="1" dirty="0"/>
              <a:t>spouse(</a:t>
            </a:r>
            <a:r>
              <a:rPr lang="en-US" b="1" dirty="0" err="1"/>
              <a:t>andrey,julia</a:t>
            </a:r>
            <a:r>
              <a:rPr lang="en-US" b="1" dirty="0"/>
              <a:t>).</a:t>
            </a:r>
          </a:p>
          <a:p>
            <a:pPr>
              <a:buNone/>
            </a:pPr>
            <a:r>
              <a:rPr lang="en-US" b="1" dirty="0"/>
              <a:t>spouse(</a:t>
            </a:r>
            <a:r>
              <a:rPr lang="en-US" b="1" dirty="0" err="1"/>
              <a:t>nikita,tatiana</a:t>
            </a:r>
            <a:r>
              <a:rPr lang="en-US" b="1" dirty="0"/>
              <a:t>).</a:t>
            </a:r>
          </a:p>
          <a:p>
            <a:pPr>
              <a:buNone/>
            </a:pPr>
            <a:r>
              <a:rPr lang="en-US" b="1" dirty="0"/>
              <a:t>spouse(X,Y) :- spouse(Y,X).</a:t>
            </a:r>
          </a:p>
          <a:p>
            <a:pPr>
              <a:buNone/>
            </a:pPr>
            <a:r>
              <a:rPr lang="en-US" b="1" dirty="0"/>
              <a:t>rich(sergey).</a:t>
            </a:r>
          </a:p>
          <a:p>
            <a:pPr>
              <a:buNone/>
            </a:pPr>
            <a:r>
              <a:rPr lang="en-US" b="1" dirty="0"/>
              <a:t>rich(</a:t>
            </a:r>
            <a:r>
              <a:rPr lang="en-US" b="1" dirty="0" err="1"/>
              <a:t>andrey</a:t>
            </a:r>
            <a:r>
              <a:rPr lang="en-US" b="1" dirty="0"/>
              <a:t>).</a:t>
            </a:r>
          </a:p>
          <a:p>
            <a:pPr>
              <a:buNone/>
            </a:pPr>
            <a:r>
              <a:rPr lang="en-US" b="1" dirty="0"/>
              <a:t>inheritor(X,Y) :- spouse(X,Y),rich(X).</a:t>
            </a:r>
            <a:endParaRPr lang="ru-RU" b="1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B51B707D-7D89-7D33-8558-B3D575503E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37</a:t>
            </a:fld>
            <a:endParaRPr lang="ru-RU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Prolog: cuts</a:t>
            </a:r>
            <a:endParaRPr lang="ru-RU" dirty="0">
              <a:solidFill>
                <a:srgbClr val="0070C0"/>
              </a:solidFill>
            </a:endParaRPr>
          </a:p>
        </p:txBody>
      </p:sp>
      <p:sp>
        <p:nvSpPr>
          <p:cNvPr id="4" name="Содержимое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b="1" dirty="0"/>
              <a:t>spouse(</a:t>
            </a:r>
            <a:r>
              <a:rPr lang="en-US" b="1" dirty="0" err="1"/>
              <a:t>andrey,julia</a:t>
            </a:r>
            <a:r>
              <a:rPr lang="en-US" b="1" dirty="0"/>
              <a:t>).</a:t>
            </a:r>
          </a:p>
          <a:p>
            <a:pPr>
              <a:buNone/>
            </a:pPr>
            <a:r>
              <a:rPr lang="en-US" b="1" dirty="0"/>
              <a:t>spouse(</a:t>
            </a:r>
            <a:r>
              <a:rPr lang="en-US" b="1" dirty="0" err="1"/>
              <a:t>nikita,tatiana</a:t>
            </a:r>
            <a:r>
              <a:rPr lang="en-US" b="1" dirty="0"/>
              <a:t>).</a:t>
            </a:r>
          </a:p>
          <a:p>
            <a:pPr>
              <a:buNone/>
            </a:pPr>
            <a:r>
              <a:rPr lang="en-US" b="1" dirty="0"/>
              <a:t>spouse(X,Y) :- spouse(Y,X).</a:t>
            </a:r>
          </a:p>
          <a:p>
            <a:pPr>
              <a:buNone/>
            </a:pPr>
            <a:r>
              <a:rPr lang="en-US" b="1" dirty="0"/>
              <a:t>rich(sergey).</a:t>
            </a:r>
          </a:p>
          <a:p>
            <a:pPr>
              <a:buNone/>
            </a:pPr>
            <a:r>
              <a:rPr lang="en-US" b="1" dirty="0"/>
              <a:t>rich(</a:t>
            </a:r>
            <a:r>
              <a:rPr lang="en-US" b="1" dirty="0" err="1"/>
              <a:t>andrey</a:t>
            </a:r>
            <a:r>
              <a:rPr lang="en-US" b="1" dirty="0"/>
              <a:t>).</a:t>
            </a:r>
          </a:p>
          <a:p>
            <a:pPr>
              <a:buNone/>
            </a:pPr>
            <a:r>
              <a:rPr lang="en-US" b="1" dirty="0"/>
              <a:t>Inheritor(X,Y) :- spouse(X,Y),rich(X).</a:t>
            </a:r>
          </a:p>
          <a:p>
            <a:pPr>
              <a:buNone/>
            </a:pPr>
            <a:r>
              <a:rPr lang="en-US" dirty="0"/>
              <a:t>?- inheritor(</a:t>
            </a:r>
            <a:r>
              <a:rPr lang="en-US" dirty="0" err="1"/>
              <a:t>X,julia</a:t>
            </a:r>
            <a:r>
              <a:rPr lang="en-US" dirty="0"/>
              <a:t>).</a:t>
            </a:r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1C4FFF2C-75C0-CF91-85B1-B5F443D20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38</a:t>
            </a:fld>
            <a:endParaRPr lang="ru-RU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Prolog: cuts</a:t>
            </a:r>
            <a:endParaRPr lang="ru-RU" dirty="0">
              <a:solidFill>
                <a:srgbClr val="0070C0"/>
              </a:solidFill>
            </a:endParaRPr>
          </a:p>
        </p:txBody>
      </p:sp>
      <p:sp>
        <p:nvSpPr>
          <p:cNvPr id="4" name="Содержимое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38915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14348" y="1284767"/>
            <a:ext cx="7643866" cy="533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975E248E-E676-9643-6B71-FD58935480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39</a:t>
            </a:fld>
            <a:endParaRPr lang="ru-RU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Prolog: cuts</a:t>
            </a:r>
            <a:endParaRPr lang="ru-RU" dirty="0">
              <a:solidFill>
                <a:srgbClr val="0070C0"/>
              </a:solidFill>
            </a:endParaRPr>
          </a:p>
        </p:txBody>
      </p:sp>
      <p:sp>
        <p:nvSpPr>
          <p:cNvPr id="4" name="Содержимое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39940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42910" y="1284767"/>
            <a:ext cx="7572428" cy="52857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" name="Записанный звук">
            <a:hlinkClick r:id="" action="ppaction://media"/>
            <a:extLst>
              <a:ext uri="{FF2B5EF4-FFF2-40B4-BE49-F238E27FC236}">
                <a16:creationId xmlns:a16="http://schemas.microsoft.com/office/drawing/2014/main" id="{3252DCA9-0A9B-4488-B6B5-4B45363FAA7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4327525" y="3184525"/>
            <a:ext cx="487363" cy="487363"/>
          </a:xfrm>
          <a:prstGeom prst="rect">
            <a:avLst/>
          </a:prstGeom>
        </p:spPr>
      </p:pic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42ACED70-2EA6-822D-4631-453DFF29BD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40</a:t>
            </a:fld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602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Prolog: </a:t>
            </a:r>
            <a:r>
              <a:rPr lang="ru-RU" dirty="0" err="1">
                <a:solidFill>
                  <a:srgbClr val="0070C0"/>
                </a:solidFill>
              </a:rPr>
              <a:t>ОТсечения</a:t>
            </a:r>
            <a:endParaRPr lang="ru-RU" dirty="0">
              <a:solidFill>
                <a:srgbClr val="0070C0"/>
              </a:solidFill>
            </a:endParaRPr>
          </a:p>
        </p:txBody>
      </p:sp>
      <p:sp>
        <p:nvSpPr>
          <p:cNvPr id="4" name="Содержимое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40963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2997" y="1284767"/>
            <a:ext cx="7603779" cy="53076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EA791BC1-AE4F-D6B5-75E2-F8538247C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41</a:t>
            </a:fld>
            <a:endParaRPr lang="ru-RU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Prolog: </a:t>
            </a:r>
            <a:r>
              <a:rPr lang="ru-RU" dirty="0" err="1">
                <a:solidFill>
                  <a:srgbClr val="0070C0"/>
                </a:solidFill>
              </a:rPr>
              <a:t>ОТсечения</a:t>
            </a:r>
            <a:endParaRPr lang="ru-RU" dirty="0">
              <a:solidFill>
                <a:srgbClr val="0070C0"/>
              </a:solidFill>
            </a:endParaRPr>
          </a:p>
        </p:txBody>
      </p:sp>
      <p:sp>
        <p:nvSpPr>
          <p:cNvPr id="4" name="Содержимое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43011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80655" y="1284767"/>
            <a:ext cx="7706121" cy="53791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BDD377D-6830-9710-0A48-37D0AF0D97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42</a:t>
            </a:fld>
            <a:endParaRPr lang="ru-RU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Prolog: cuts</a:t>
            </a:r>
            <a:endParaRPr lang="ru-RU" dirty="0">
              <a:solidFill>
                <a:srgbClr val="0070C0"/>
              </a:solidFill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857224" y="1500174"/>
            <a:ext cx="8001056" cy="4857784"/>
          </a:xfrm>
        </p:spPr>
        <p:txBody>
          <a:bodyPr>
            <a:normAutofit/>
          </a:bodyPr>
          <a:lstStyle/>
          <a:p>
            <a:pPr>
              <a:buNone/>
            </a:pPr>
            <a:endParaRPr lang="pt-BR" dirty="0">
              <a:solidFill>
                <a:srgbClr val="002060"/>
              </a:solidFill>
            </a:endParaRPr>
          </a:p>
        </p:txBody>
      </p:sp>
      <p:pic>
        <p:nvPicPr>
          <p:cNvPr id="4915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2997" y="1334633"/>
            <a:ext cx="7503452" cy="52376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2577DE9-FF65-9451-CE34-0F6F3497DD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43</a:t>
            </a:fld>
            <a:endParaRPr lang="ru-RU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Prolog: cuts</a:t>
            </a:r>
            <a:endParaRPr lang="ru-RU" dirty="0">
              <a:solidFill>
                <a:srgbClr val="0070C0"/>
              </a:solidFill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857224" y="1500174"/>
            <a:ext cx="8001056" cy="4857784"/>
          </a:xfrm>
        </p:spPr>
        <p:txBody>
          <a:bodyPr>
            <a:normAutofit/>
          </a:bodyPr>
          <a:lstStyle/>
          <a:p>
            <a:pPr>
              <a:buNone/>
            </a:pPr>
            <a:endParaRPr lang="pt-BR" dirty="0">
              <a:solidFill>
                <a:srgbClr val="002060"/>
              </a:solidFill>
            </a:endParaRPr>
          </a:p>
        </p:txBody>
      </p:sp>
      <p:pic>
        <p:nvPicPr>
          <p:cNvPr id="5017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2999" y="1357298"/>
            <a:ext cx="7470981" cy="52149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11C36A47-3769-C261-1530-58E6204677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44</a:t>
            </a:fld>
            <a:endParaRPr lang="ru-RU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Prolog: cuts</a:t>
            </a:r>
            <a:endParaRPr lang="ru-RU" dirty="0">
              <a:solidFill>
                <a:srgbClr val="0070C0"/>
              </a:solidFill>
            </a:endParaRPr>
          </a:p>
        </p:txBody>
      </p:sp>
      <p:sp>
        <p:nvSpPr>
          <p:cNvPr id="4" name="Содержимое 3"/>
          <p:cNvSpPr>
            <a:spLocks noGrp="1"/>
          </p:cNvSpPr>
          <p:nvPr>
            <p:ph idx="1"/>
          </p:nvPr>
        </p:nvSpPr>
        <p:spPr>
          <a:xfrm>
            <a:off x="304800" y="1554162"/>
            <a:ext cx="8686800" cy="494667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/>
              <a:t>spouse(</a:t>
            </a:r>
            <a:r>
              <a:rPr lang="en-US" b="1" dirty="0" err="1"/>
              <a:t>andrey,julia</a:t>
            </a:r>
            <a:r>
              <a:rPr lang="en-US" b="1" dirty="0"/>
              <a:t>).</a:t>
            </a:r>
          </a:p>
          <a:p>
            <a:pPr>
              <a:buNone/>
            </a:pPr>
            <a:r>
              <a:rPr lang="en-US" b="1" dirty="0"/>
              <a:t>spouse(</a:t>
            </a:r>
            <a:r>
              <a:rPr lang="en-US" b="1" dirty="0" err="1"/>
              <a:t>nikita,tatiana</a:t>
            </a:r>
            <a:r>
              <a:rPr lang="en-US" b="1" dirty="0"/>
              <a:t>).</a:t>
            </a:r>
          </a:p>
          <a:p>
            <a:pPr>
              <a:buNone/>
            </a:pPr>
            <a:r>
              <a:rPr lang="en-US" b="1" dirty="0"/>
              <a:t>spouse(X,Y) :- spouse(Y,X).</a:t>
            </a:r>
          </a:p>
          <a:p>
            <a:pPr>
              <a:buNone/>
            </a:pPr>
            <a:r>
              <a:rPr lang="en-US" b="1" dirty="0"/>
              <a:t>rich(sergey).</a:t>
            </a:r>
          </a:p>
          <a:p>
            <a:pPr>
              <a:buNone/>
            </a:pPr>
            <a:r>
              <a:rPr lang="en-US" b="1" dirty="0"/>
              <a:t>rich(</a:t>
            </a:r>
            <a:r>
              <a:rPr lang="en-US" b="1" dirty="0" err="1"/>
              <a:t>andrey</a:t>
            </a:r>
            <a:r>
              <a:rPr lang="en-US" b="1" dirty="0"/>
              <a:t>).</a:t>
            </a:r>
          </a:p>
          <a:p>
            <a:pPr>
              <a:buNone/>
            </a:pPr>
            <a:r>
              <a:rPr lang="en-US" b="1" dirty="0"/>
              <a:t>Inheritor(X,Y) :- spouse(X,Y),rich(X).</a:t>
            </a:r>
          </a:p>
          <a:p>
            <a:pPr>
              <a:buNone/>
            </a:pPr>
            <a:r>
              <a:rPr lang="en-US" dirty="0"/>
              <a:t>?- inheritor(</a:t>
            </a:r>
            <a:r>
              <a:rPr lang="en-US" dirty="0" err="1"/>
              <a:t>X,tatiana</a:t>
            </a:r>
            <a:r>
              <a:rPr lang="en-US" dirty="0"/>
              <a:t>).</a:t>
            </a:r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78F6DABC-CFA6-FD38-C500-FDD3135E6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45</a:t>
            </a:fld>
            <a:endParaRPr lang="ru-RU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Prolog: cuts</a:t>
            </a:r>
            <a:endParaRPr lang="ru-RU" dirty="0">
              <a:solidFill>
                <a:srgbClr val="0070C0"/>
              </a:solidFill>
            </a:endParaRPr>
          </a:p>
        </p:txBody>
      </p:sp>
      <p:sp>
        <p:nvSpPr>
          <p:cNvPr id="4" name="Содержимое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44035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2997" y="1334633"/>
            <a:ext cx="7503452" cy="52376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09DD0AB9-2F40-1EC1-38F3-C4781345CE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46</a:t>
            </a:fld>
            <a:endParaRPr lang="ru-RU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Prolog: cuts</a:t>
            </a:r>
            <a:endParaRPr lang="ru-RU" dirty="0">
              <a:solidFill>
                <a:srgbClr val="0070C0"/>
              </a:solidFill>
            </a:endParaRPr>
          </a:p>
        </p:txBody>
      </p:sp>
      <p:sp>
        <p:nvSpPr>
          <p:cNvPr id="4" name="Содержимое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45059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85339" y="1284767"/>
            <a:ext cx="7574891" cy="52875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CCCF2895-D667-7ECB-CECB-BB2C3FDF59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47</a:t>
            </a:fld>
            <a:endParaRPr lang="ru-RU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Prolog: cuts</a:t>
            </a:r>
            <a:endParaRPr lang="ru-RU" dirty="0">
              <a:solidFill>
                <a:srgbClr val="0070C0"/>
              </a:solidFill>
            </a:endParaRPr>
          </a:p>
        </p:txBody>
      </p:sp>
      <p:sp>
        <p:nvSpPr>
          <p:cNvPr id="4" name="Содержимое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4710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2999" y="1357298"/>
            <a:ext cx="7470981" cy="52149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075EEFA9-98EE-3339-692B-B52387F5D6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48</a:t>
            </a:fld>
            <a:endParaRPr lang="ru-RU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Prolog: cuts</a:t>
            </a:r>
            <a:endParaRPr lang="ru-RU" dirty="0">
              <a:solidFill>
                <a:srgbClr val="0070C0"/>
              </a:solidFill>
            </a:endParaRPr>
          </a:p>
        </p:txBody>
      </p:sp>
      <p:sp>
        <p:nvSpPr>
          <p:cNvPr id="4" name="Содержимое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48131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2999" y="1384498"/>
            <a:ext cx="7432014" cy="51877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873C890-820B-0BB1-7836-3469D30F92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49</a:t>
            </a:fld>
            <a:endParaRPr lang="ru-RU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Prolog: cuts</a:t>
            </a:r>
            <a:endParaRPr lang="ru-RU" dirty="0">
              <a:solidFill>
                <a:srgbClr val="0070C0"/>
              </a:solidFill>
            </a:endParaRPr>
          </a:p>
        </p:txBody>
      </p:sp>
      <p:sp>
        <p:nvSpPr>
          <p:cNvPr id="4" name="Содержимое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5120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3000" y="1357298"/>
            <a:ext cx="7532338" cy="52578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D5FD12BB-7C4A-9900-9A7E-27D0922FFC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50</a:t>
            </a:fld>
            <a:endParaRPr lang="ru-RU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Prolog: cuts</a:t>
            </a:r>
            <a:endParaRPr lang="ru-RU" dirty="0">
              <a:solidFill>
                <a:srgbClr val="0070C0"/>
              </a:solidFill>
            </a:endParaRPr>
          </a:p>
        </p:txBody>
      </p:sp>
      <p:sp>
        <p:nvSpPr>
          <p:cNvPr id="4" name="Содержимое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52226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85339" y="1284767"/>
            <a:ext cx="7574891" cy="52875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" name="Записанный звук">
            <a:hlinkClick r:id="" action="ppaction://media"/>
            <a:extLst>
              <a:ext uri="{FF2B5EF4-FFF2-40B4-BE49-F238E27FC236}">
                <a16:creationId xmlns:a16="http://schemas.microsoft.com/office/drawing/2014/main" id="{08E408A8-05C9-4CD1-840F-FB5ED0BCA59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4327525" y="3184525"/>
            <a:ext cx="487363" cy="487363"/>
          </a:xfrm>
          <a:prstGeom prst="rect">
            <a:avLst/>
          </a:prstGeom>
        </p:spPr>
      </p:pic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F387892-ED74-B199-C893-6DB4CCC0D5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51</a:t>
            </a:fld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688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Prolog: cuts</a:t>
            </a:r>
            <a:endParaRPr lang="ru-RU" dirty="0">
              <a:solidFill>
                <a:srgbClr val="0070C0"/>
              </a:solidFill>
            </a:endParaRPr>
          </a:p>
        </p:txBody>
      </p:sp>
      <p:pic>
        <p:nvPicPr>
          <p:cNvPr id="532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 bwMode="auto">
          <a:xfrm>
            <a:off x="2395537" y="2482056"/>
            <a:ext cx="4352925" cy="303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A371038-EDD3-7C41-DF8E-ADC639EF7D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52</a:t>
            </a:fld>
            <a:endParaRPr lang="ru-RU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Prolog: cuts</a:t>
            </a:r>
            <a:endParaRPr lang="ru-RU" dirty="0">
              <a:solidFill>
                <a:srgbClr val="0070C0"/>
              </a:solidFill>
            </a:endParaRPr>
          </a:p>
        </p:txBody>
      </p:sp>
      <p:sp>
        <p:nvSpPr>
          <p:cNvPr id="4" name="Содержимое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542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85786" y="1357298"/>
            <a:ext cx="7573322" cy="52864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05703AA8-BBDE-F2C3-4BBF-02ADC534A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53</a:t>
            </a:fld>
            <a:endParaRPr lang="ru-RU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Prolog: cuts</a:t>
            </a:r>
            <a:endParaRPr lang="ru-RU" dirty="0">
              <a:solidFill>
                <a:srgbClr val="0070C0"/>
              </a:solidFill>
            </a:endParaRPr>
          </a:p>
        </p:txBody>
      </p:sp>
      <p:sp>
        <p:nvSpPr>
          <p:cNvPr id="4" name="Содержимое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552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83325" y="1384498"/>
            <a:ext cx="7432013" cy="51877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FB1AF36E-FBB5-F933-E492-DC95D838E2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54</a:t>
            </a:fld>
            <a:endParaRPr lang="ru-RU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Prolog: cuts</a:t>
            </a:r>
            <a:endParaRPr lang="ru-RU" dirty="0">
              <a:solidFill>
                <a:srgbClr val="0070C0"/>
              </a:solidFill>
            </a:endParaRPr>
          </a:p>
        </p:txBody>
      </p:sp>
      <p:sp>
        <p:nvSpPr>
          <p:cNvPr id="4" name="Содержимое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563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57224" y="1334632"/>
            <a:ext cx="7501436" cy="52362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15318D37-8417-DD76-EF44-A7BF72B3FC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55</a:t>
            </a:fld>
            <a:endParaRPr lang="ru-RU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Prolog: cuts</a:t>
            </a:r>
            <a:endParaRPr lang="ru-RU" dirty="0">
              <a:solidFill>
                <a:srgbClr val="0070C0"/>
              </a:solidFill>
            </a:endParaRPr>
          </a:p>
        </p:txBody>
      </p:sp>
      <p:sp>
        <p:nvSpPr>
          <p:cNvPr id="4" name="Содержимое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b="1" dirty="0"/>
              <a:t>spouse(</a:t>
            </a:r>
            <a:r>
              <a:rPr lang="en-US" b="1" dirty="0" err="1"/>
              <a:t>andrey,julia</a:t>
            </a:r>
            <a:r>
              <a:rPr lang="en-US" b="1" dirty="0"/>
              <a:t>) :- !.</a:t>
            </a:r>
          </a:p>
          <a:p>
            <a:pPr>
              <a:buNone/>
            </a:pPr>
            <a:r>
              <a:rPr lang="en-US" b="1" dirty="0"/>
              <a:t>spouse(</a:t>
            </a:r>
            <a:r>
              <a:rPr lang="en-US" b="1" dirty="0" err="1"/>
              <a:t>nikita,tatiana</a:t>
            </a:r>
            <a:r>
              <a:rPr lang="en-US" b="1" dirty="0"/>
              <a:t>) :- !.</a:t>
            </a:r>
          </a:p>
          <a:p>
            <a:pPr>
              <a:buNone/>
            </a:pPr>
            <a:r>
              <a:rPr lang="en-US" b="1" dirty="0"/>
              <a:t>spouse(X,Y) :- spouse(Y,X).</a:t>
            </a:r>
          </a:p>
          <a:p>
            <a:pPr>
              <a:buNone/>
            </a:pPr>
            <a:r>
              <a:rPr lang="en-US" b="1" dirty="0"/>
              <a:t>rich(sergey).</a:t>
            </a:r>
          </a:p>
          <a:p>
            <a:pPr>
              <a:buNone/>
            </a:pPr>
            <a:r>
              <a:rPr lang="en-US" b="1" dirty="0"/>
              <a:t>rich(</a:t>
            </a:r>
            <a:r>
              <a:rPr lang="en-US" b="1" dirty="0" err="1"/>
              <a:t>andrey</a:t>
            </a:r>
            <a:r>
              <a:rPr lang="en-US" b="1" dirty="0"/>
              <a:t>).</a:t>
            </a:r>
          </a:p>
          <a:p>
            <a:pPr>
              <a:buNone/>
            </a:pPr>
            <a:r>
              <a:rPr lang="en-US" b="1" dirty="0"/>
              <a:t>inheritor(X,Y) :- spouse(X,Y),rich(X).</a:t>
            </a:r>
          </a:p>
          <a:p>
            <a:pPr>
              <a:buNone/>
            </a:pPr>
            <a:r>
              <a:rPr lang="en-US" dirty="0"/>
              <a:t>?- inheritor(</a:t>
            </a:r>
            <a:r>
              <a:rPr lang="en-US" dirty="0" err="1"/>
              <a:t>X,tatiana</a:t>
            </a:r>
            <a:r>
              <a:rPr lang="en-US" dirty="0"/>
              <a:t>).</a:t>
            </a:r>
            <a:endParaRPr lang="ru-RU" dirty="0"/>
          </a:p>
        </p:txBody>
      </p:sp>
      <p:sp>
        <p:nvSpPr>
          <p:cNvPr id="5" name="Стрелка влево 4"/>
          <p:cNvSpPr/>
          <p:nvPr/>
        </p:nvSpPr>
        <p:spPr>
          <a:xfrm>
            <a:off x="5429256" y="1928802"/>
            <a:ext cx="1428760" cy="428628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E550885-5243-A436-E2C3-E5A9584C56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56</a:t>
            </a:fld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3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3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Prolog: cuts</a:t>
            </a:r>
            <a:endParaRPr lang="ru-RU" dirty="0">
              <a:solidFill>
                <a:srgbClr val="0070C0"/>
              </a:solidFill>
            </a:endParaRPr>
          </a:p>
        </p:txBody>
      </p:sp>
      <p:sp>
        <p:nvSpPr>
          <p:cNvPr id="4" name="Содержимое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5734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85786" y="1384498"/>
            <a:ext cx="7572874" cy="52860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6B2287C3-F78A-7A49-4BE6-C0CF6B0014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57</a:t>
            </a:fld>
            <a:endParaRPr lang="ru-RU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Prolog: cuts</a:t>
            </a:r>
            <a:endParaRPr lang="ru-RU" dirty="0">
              <a:solidFill>
                <a:srgbClr val="0070C0"/>
              </a:solidFill>
            </a:endParaRPr>
          </a:p>
        </p:txBody>
      </p:sp>
      <p:pic>
        <p:nvPicPr>
          <p:cNvPr id="5837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 bwMode="auto">
          <a:xfrm>
            <a:off x="2395537" y="2482056"/>
            <a:ext cx="4352925" cy="303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8776CFB-00B9-3B0A-D552-2D1193D95F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58</a:t>
            </a:fld>
            <a:endParaRPr lang="ru-RU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Prolog: cuts</a:t>
            </a:r>
            <a:endParaRPr lang="ru-RU" dirty="0">
              <a:solidFill>
                <a:srgbClr val="0070C0"/>
              </a:solidFill>
            </a:endParaRPr>
          </a:p>
        </p:txBody>
      </p:sp>
      <p:pic>
        <p:nvPicPr>
          <p:cNvPr id="6041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35950" y="1370390"/>
            <a:ext cx="7452226" cy="5201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3F880BB-B127-E5E4-7E4C-CA9FD20A8D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59</a:t>
            </a:fld>
            <a:endParaRPr lang="ru-RU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Prolog: cuts</a:t>
            </a:r>
            <a:endParaRPr lang="ru-RU" dirty="0">
              <a:solidFill>
                <a:srgbClr val="0070C0"/>
              </a:solidFill>
            </a:endParaRPr>
          </a:p>
        </p:txBody>
      </p:sp>
      <p:sp>
        <p:nvSpPr>
          <p:cNvPr id="4" name="Содержимое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6144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24303" y="1384498"/>
            <a:ext cx="7432015" cy="51877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2CACACEA-13F0-944F-5AE6-776E4F5B08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60</a:t>
            </a:fld>
            <a:endParaRPr lang="ru-RU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Prolog: cuts</a:t>
            </a:r>
            <a:endParaRPr lang="ru-RU" dirty="0">
              <a:solidFill>
                <a:srgbClr val="0070C0"/>
              </a:solidFill>
            </a:endParaRPr>
          </a:p>
        </p:txBody>
      </p:sp>
      <p:pic>
        <p:nvPicPr>
          <p:cNvPr id="6246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17194" y="1428736"/>
            <a:ext cx="7368640" cy="51435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7D31935A-0D6F-4F35-79E6-1FBB5874F7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61</a:t>
            </a:fld>
            <a:endParaRPr lang="ru-RU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Prolog: cuts</a:t>
            </a:r>
            <a:endParaRPr lang="ru-RU" dirty="0">
              <a:solidFill>
                <a:srgbClr val="0070C0"/>
              </a:solidFill>
            </a:endParaRPr>
          </a:p>
        </p:txBody>
      </p:sp>
      <p:pic>
        <p:nvPicPr>
          <p:cNvPr id="63491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 bwMode="auto">
          <a:xfrm>
            <a:off x="2395537" y="2482056"/>
            <a:ext cx="4352925" cy="303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BAAFB3C-73A6-1F27-0FF3-6E4FEBBA69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62</a:t>
            </a:fld>
            <a:endParaRPr lang="ru-RU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Prolog: cuts</a:t>
            </a:r>
            <a:endParaRPr lang="ru-RU" dirty="0">
              <a:solidFill>
                <a:srgbClr val="0070C0"/>
              </a:solidFill>
            </a:endParaRPr>
          </a:p>
        </p:txBody>
      </p:sp>
      <p:sp>
        <p:nvSpPr>
          <p:cNvPr id="4" name="Содержимое 3"/>
          <p:cNvSpPr>
            <a:spLocks noGrp="1"/>
          </p:cNvSpPr>
          <p:nvPr>
            <p:ph idx="1"/>
          </p:nvPr>
        </p:nvSpPr>
        <p:spPr>
          <a:xfrm>
            <a:off x="304800" y="2285992"/>
            <a:ext cx="8686800" cy="3794133"/>
          </a:xfrm>
        </p:spPr>
        <p:txBody>
          <a:bodyPr/>
          <a:lstStyle/>
          <a:p>
            <a:pPr>
              <a:buNone/>
            </a:pPr>
            <a:r>
              <a:rPr lang="en-US" b="1" dirty="0">
                <a:solidFill>
                  <a:srgbClr val="002060"/>
                </a:solidFill>
              </a:rPr>
              <a:t>Cut makes the predicate deterministic</a:t>
            </a:r>
            <a:endParaRPr lang="ru-RU" b="1" dirty="0">
              <a:solidFill>
                <a:srgbClr val="002060"/>
              </a:solidFill>
            </a:endParaRPr>
          </a:p>
          <a:p>
            <a:pPr>
              <a:buNone/>
            </a:pPr>
            <a:endParaRPr lang="ru-RU" b="1" dirty="0">
              <a:solidFill>
                <a:srgbClr val="002060"/>
              </a:solidFill>
            </a:endParaRPr>
          </a:p>
          <a:p>
            <a:pPr>
              <a:buNone/>
            </a:pPr>
            <a:r>
              <a:rPr lang="en-US" b="1" dirty="0">
                <a:solidFill>
                  <a:srgbClr val="002060"/>
                </a:solidFill>
              </a:rPr>
              <a:t>There is one solution either no solutions!</a:t>
            </a:r>
            <a:endParaRPr lang="ru-RU" b="1" dirty="0">
              <a:solidFill>
                <a:srgbClr val="002060"/>
              </a:solidFill>
            </a:endParaRP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F456B776-0F19-7F79-1D50-370C9728F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63</a:t>
            </a:fld>
            <a:endParaRPr lang="ru-RU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Prolog: lists</a:t>
            </a:r>
            <a:endParaRPr lang="ru-RU" dirty="0">
              <a:solidFill>
                <a:srgbClr val="0070C0"/>
              </a:solidFill>
            </a:endParaRPr>
          </a:p>
        </p:txBody>
      </p:sp>
      <p:sp>
        <p:nvSpPr>
          <p:cNvPr id="4" name="Содержимое 3"/>
          <p:cNvSpPr>
            <a:spLocks noGrp="1"/>
          </p:cNvSpPr>
          <p:nvPr>
            <p:ph idx="1"/>
          </p:nvPr>
        </p:nvSpPr>
        <p:spPr>
          <a:xfrm>
            <a:off x="304800" y="1428736"/>
            <a:ext cx="8686800" cy="4651389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>
                <a:solidFill>
                  <a:srgbClr val="002060"/>
                </a:solidFill>
              </a:rPr>
              <a:t>List – ordered set of monotype items  </a:t>
            </a:r>
            <a:endParaRPr lang="ru-RU" b="1" dirty="0">
              <a:solidFill>
                <a:srgbClr val="002060"/>
              </a:solidFill>
            </a:endParaRPr>
          </a:p>
          <a:p>
            <a:pPr>
              <a:buNone/>
            </a:pPr>
            <a:r>
              <a:rPr lang="en-US" b="1" dirty="0">
                <a:solidFill>
                  <a:srgbClr val="00B050"/>
                </a:solidFill>
              </a:rPr>
              <a:t>[</a:t>
            </a:r>
            <a:r>
              <a:rPr lang="en-US" b="1" dirty="0" err="1">
                <a:solidFill>
                  <a:srgbClr val="00B050"/>
                </a:solidFill>
              </a:rPr>
              <a:t>mon,tue,wed,thu,fri,sat,sun</a:t>
            </a:r>
            <a:r>
              <a:rPr lang="en-US" b="1" dirty="0">
                <a:solidFill>
                  <a:srgbClr val="00B050"/>
                </a:solidFill>
              </a:rPr>
              <a:t>]</a:t>
            </a:r>
          </a:p>
          <a:p>
            <a:pPr>
              <a:buNone/>
            </a:pPr>
            <a:r>
              <a:rPr lang="en-US" b="1" dirty="0">
                <a:solidFill>
                  <a:srgbClr val="00B050"/>
                </a:solidFill>
              </a:rPr>
              <a:t>[1,1,2,3,5,8,13]</a:t>
            </a:r>
          </a:p>
          <a:p>
            <a:pPr>
              <a:buNone/>
            </a:pPr>
            <a:r>
              <a:rPr lang="en-US" b="1" dirty="0">
                <a:solidFill>
                  <a:srgbClr val="00B050"/>
                </a:solidFill>
              </a:rPr>
              <a:t>[3.14, 2.71828, 0]</a:t>
            </a:r>
          </a:p>
          <a:p>
            <a:pPr>
              <a:buNone/>
            </a:pPr>
            <a:r>
              <a:rPr lang="en-US" b="1" dirty="0">
                <a:solidFill>
                  <a:srgbClr val="00B050"/>
                </a:solidFill>
              </a:rPr>
              <a:t>[]</a:t>
            </a:r>
          </a:p>
          <a:p>
            <a:pPr>
              <a:buNone/>
            </a:pPr>
            <a:r>
              <a:rPr lang="en-US" b="1" dirty="0">
                <a:solidFill>
                  <a:srgbClr val="00B050"/>
                </a:solidFill>
              </a:rPr>
              <a:t>[ [0,1],[1,2,6,3],[5] ]</a:t>
            </a:r>
          </a:p>
          <a:p>
            <a:pPr>
              <a:buNone/>
            </a:pPr>
            <a:r>
              <a:rPr lang="en-US" b="1" dirty="0">
                <a:solidFill>
                  <a:srgbClr val="002060"/>
                </a:solidFill>
              </a:rPr>
              <a:t>- Permitted lists</a:t>
            </a:r>
            <a:endParaRPr lang="ru-RU" b="1" dirty="0">
              <a:solidFill>
                <a:srgbClr val="002060"/>
              </a:solidFill>
            </a:endParaRP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A62EC87C-3E61-057C-7B3E-5B92C52737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64</a:t>
            </a:fld>
            <a:endParaRPr lang="ru-RU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Prolog: lists</a:t>
            </a:r>
            <a:endParaRPr lang="ru-RU" dirty="0">
              <a:solidFill>
                <a:srgbClr val="0070C0"/>
              </a:solidFill>
            </a:endParaRPr>
          </a:p>
        </p:txBody>
      </p:sp>
      <p:sp>
        <p:nvSpPr>
          <p:cNvPr id="4" name="Содержимое 3"/>
          <p:cNvSpPr>
            <a:spLocks noGrp="1"/>
          </p:cNvSpPr>
          <p:nvPr>
            <p:ph idx="1"/>
          </p:nvPr>
        </p:nvSpPr>
        <p:spPr>
          <a:xfrm>
            <a:off x="304800" y="1428736"/>
            <a:ext cx="8686800" cy="4651389"/>
          </a:xfrm>
        </p:spPr>
        <p:txBody>
          <a:bodyPr/>
          <a:lstStyle/>
          <a:p>
            <a:pPr>
              <a:buNone/>
            </a:pPr>
            <a:r>
              <a:rPr lang="en-US" b="1" dirty="0">
                <a:solidFill>
                  <a:srgbClr val="002060"/>
                </a:solidFill>
              </a:rPr>
              <a:t>List – ordered set of monotype items  </a:t>
            </a:r>
            <a:endParaRPr lang="ru-RU" b="1" dirty="0">
              <a:solidFill>
                <a:srgbClr val="002060"/>
              </a:solidFill>
            </a:endParaRPr>
          </a:p>
          <a:p>
            <a:pPr>
              <a:buNone/>
            </a:pPr>
            <a:r>
              <a:rPr lang="en-US" b="1" dirty="0">
                <a:solidFill>
                  <a:srgbClr val="C00000"/>
                </a:solidFill>
              </a:rPr>
              <a:t>[one, 2, “</a:t>
            </a:r>
            <a:r>
              <a:rPr lang="ru-RU" b="1" dirty="0">
                <a:solidFill>
                  <a:srgbClr val="C00000"/>
                </a:solidFill>
              </a:rPr>
              <a:t>три</a:t>
            </a:r>
            <a:r>
              <a:rPr lang="en-US" b="1" dirty="0">
                <a:solidFill>
                  <a:srgbClr val="C00000"/>
                </a:solidFill>
              </a:rPr>
              <a:t>”]</a:t>
            </a:r>
          </a:p>
          <a:p>
            <a:pPr>
              <a:buNone/>
            </a:pPr>
            <a:r>
              <a:rPr lang="en-US" b="1" dirty="0">
                <a:solidFill>
                  <a:srgbClr val="C00000"/>
                </a:solidFill>
              </a:rPr>
              <a:t>[29.14,  true,  false]</a:t>
            </a:r>
            <a:endParaRPr lang="ru-RU" b="1" dirty="0">
              <a:solidFill>
                <a:srgbClr val="C00000"/>
              </a:solidFill>
            </a:endParaRPr>
          </a:p>
          <a:p>
            <a:pPr>
              <a:buNone/>
            </a:pPr>
            <a:r>
              <a:rPr lang="en-US" b="1" dirty="0">
                <a:solidFill>
                  <a:srgbClr val="C00000"/>
                </a:solidFill>
              </a:rPr>
              <a:t>[ [1,2,5], 4, [week] ]</a:t>
            </a:r>
          </a:p>
          <a:p>
            <a:pPr>
              <a:buNone/>
            </a:pPr>
            <a:r>
              <a:rPr lang="en-US" b="1" dirty="0">
                <a:solidFill>
                  <a:srgbClr val="002060"/>
                </a:solidFill>
              </a:rPr>
              <a:t>–non-permitted lists</a:t>
            </a:r>
            <a:endParaRPr lang="ru-RU" b="1" dirty="0">
              <a:solidFill>
                <a:srgbClr val="002060"/>
              </a:solidFill>
            </a:endParaRP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2796DB7-8BC5-0B7E-A426-63BE826997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65</a:t>
            </a:fld>
            <a:endParaRPr lang="ru-RU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Prolog: lists</a:t>
            </a:r>
            <a:endParaRPr lang="ru-RU" dirty="0">
              <a:solidFill>
                <a:srgbClr val="0070C0"/>
              </a:solidFill>
            </a:endParaRPr>
          </a:p>
        </p:txBody>
      </p:sp>
      <p:sp>
        <p:nvSpPr>
          <p:cNvPr id="4" name="Содержимое 3"/>
          <p:cNvSpPr>
            <a:spLocks noGrp="1"/>
          </p:cNvSpPr>
          <p:nvPr>
            <p:ph idx="1"/>
          </p:nvPr>
        </p:nvSpPr>
        <p:spPr>
          <a:xfrm>
            <a:off x="304800" y="1428736"/>
            <a:ext cx="8686800" cy="4651389"/>
          </a:xfrm>
        </p:spPr>
        <p:txBody>
          <a:bodyPr/>
          <a:lstStyle/>
          <a:p>
            <a:pPr>
              <a:buNone/>
            </a:pPr>
            <a:r>
              <a:rPr lang="en-US" b="1" dirty="0">
                <a:solidFill>
                  <a:srgbClr val="002060"/>
                </a:solidFill>
              </a:rPr>
              <a:t>The only allowable operation on lists – head disjoint  </a:t>
            </a:r>
            <a:endParaRPr lang="ru-RU" b="1" dirty="0">
              <a:solidFill>
                <a:srgbClr val="002060"/>
              </a:solidFill>
            </a:endParaRPr>
          </a:p>
          <a:p>
            <a:pPr>
              <a:buNone/>
            </a:pPr>
            <a:r>
              <a:rPr lang="en-US" b="1" dirty="0">
                <a:solidFill>
                  <a:srgbClr val="002060"/>
                </a:solidFill>
              </a:rPr>
              <a:t>  </a:t>
            </a:r>
            <a:endParaRPr lang="ru-RU" b="1" dirty="0">
              <a:solidFill>
                <a:srgbClr val="002060"/>
              </a:solidFill>
            </a:endParaRPr>
          </a:p>
          <a:p>
            <a:pPr>
              <a:buNone/>
            </a:pPr>
            <a:endParaRPr lang="ru-RU" b="1" dirty="0">
              <a:solidFill>
                <a:srgbClr val="002060"/>
              </a:solidFill>
            </a:endParaRPr>
          </a:p>
          <a:p>
            <a:pPr>
              <a:buNone/>
            </a:pPr>
            <a:r>
              <a:rPr lang="en-US" b="1" dirty="0" err="1">
                <a:solidFill>
                  <a:srgbClr val="002060"/>
                </a:solidFill>
              </a:rPr>
              <a:t>print_list</a:t>
            </a:r>
            <a:r>
              <a:rPr lang="en-US" b="1" dirty="0">
                <a:solidFill>
                  <a:srgbClr val="002060"/>
                </a:solidFill>
              </a:rPr>
              <a:t>( [ ] ).</a:t>
            </a:r>
          </a:p>
          <a:p>
            <a:pPr>
              <a:buNone/>
            </a:pPr>
            <a:r>
              <a:rPr lang="en-US" b="1" dirty="0" err="1">
                <a:solidFill>
                  <a:srgbClr val="002060"/>
                </a:solidFill>
              </a:rPr>
              <a:t>print_list</a:t>
            </a:r>
            <a:r>
              <a:rPr lang="en-US" b="1" dirty="0">
                <a:solidFill>
                  <a:srgbClr val="002060"/>
                </a:solidFill>
              </a:rPr>
              <a:t>( [H | T] ) :-  write( H ), </a:t>
            </a:r>
            <a:r>
              <a:rPr lang="en-US" b="1" dirty="0" err="1">
                <a:solidFill>
                  <a:srgbClr val="002060"/>
                </a:solidFill>
              </a:rPr>
              <a:t>print_list</a:t>
            </a:r>
            <a:r>
              <a:rPr lang="en-US" b="1" dirty="0">
                <a:solidFill>
                  <a:srgbClr val="002060"/>
                </a:solidFill>
              </a:rPr>
              <a:t>( T ).</a:t>
            </a:r>
            <a:endParaRPr lang="ru-RU" b="1" dirty="0">
              <a:solidFill>
                <a:srgbClr val="002060"/>
              </a:solidFill>
            </a:endParaRP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63CD28A1-D76B-2194-A858-BDF466BC7D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66</a:t>
            </a:fld>
            <a:endParaRPr lang="ru-RU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Prolog: lists</a:t>
            </a:r>
            <a:endParaRPr lang="ru-RU" dirty="0">
              <a:solidFill>
                <a:srgbClr val="0070C0"/>
              </a:solidFill>
            </a:endParaRPr>
          </a:p>
        </p:txBody>
      </p:sp>
      <p:sp>
        <p:nvSpPr>
          <p:cNvPr id="4" name="Содержимое 3"/>
          <p:cNvSpPr>
            <a:spLocks noGrp="1"/>
          </p:cNvSpPr>
          <p:nvPr>
            <p:ph idx="1"/>
          </p:nvPr>
        </p:nvSpPr>
        <p:spPr>
          <a:xfrm>
            <a:off x="304800" y="1428736"/>
            <a:ext cx="8686800" cy="4651389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>
                <a:solidFill>
                  <a:srgbClr val="002060"/>
                </a:solidFill>
              </a:rPr>
              <a:t>% Useful predicates</a:t>
            </a:r>
            <a:endParaRPr lang="ru-RU" b="1" dirty="0">
              <a:solidFill>
                <a:srgbClr val="002060"/>
              </a:solidFill>
            </a:endParaRPr>
          </a:p>
          <a:p>
            <a:pPr>
              <a:buNone/>
            </a:pPr>
            <a:r>
              <a:rPr lang="en-US" b="1" dirty="0">
                <a:solidFill>
                  <a:srgbClr val="002060"/>
                </a:solidFill>
              </a:rPr>
              <a:t>member( H, [H | _] ).</a:t>
            </a:r>
          </a:p>
          <a:p>
            <a:pPr>
              <a:buNone/>
            </a:pPr>
            <a:r>
              <a:rPr lang="en-US" b="1" dirty="0">
                <a:solidFill>
                  <a:srgbClr val="002060"/>
                </a:solidFill>
              </a:rPr>
              <a:t>member(  X, [ _ | T] ) :-  member( X, T ).</a:t>
            </a:r>
          </a:p>
          <a:p>
            <a:pPr>
              <a:buNone/>
            </a:pPr>
            <a:endParaRPr lang="en-US" b="1" dirty="0">
              <a:solidFill>
                <a:srgbClr val="002060"/>
              </a:solidFill>
            </a:endParaRPr>
          </a:p>
          <a:p>
            <a:pPr>
              <a:buNone/>
            </a:pPr>
            <a:r>
              <a:rPr lang="en-US" b="1" dirty="0">
                <a:solidFill>
                  <a:srgbClr val="002060"/>
                </a:solidFill>
              </a:rPr>
              <a:t>include( H, T, [ H | T] ).</a:t>
            </a:r>
          </a:p>
          <a:p>
            <a:pPr>
              <a:buNone/>
            </a:pPr>
            <a:endParaRPr lang="en-US" b="1" dirty="0">
              <a:solidFill>
                <a:srgbClr val="002060"/>
              </a:solidFill>
            </a:endParaRPr>
          </a:p>
          <a:p>
            <a:pPr>
              <a:buNone/>
            </a:pPr>
            <a:r>
              <a:rPr lang="en-US" b="1" dirty="0">
                <a:solidFill>
                  <a:srgbClr val="002060"/>
                </a:solidFill>
              </a:rPr>
              <a:t>exclude( H, [ H | T ], T ).</a:t>
            </a:r>
          </a:p>
          <a:p>
            <a:pPr>
              <a:buNone/>
            </a:pPr>
            <a:r>
              <a:rPr lang="en-US" b="1" dirty="0">
                <a:solidFill>
                  <a:srgbClr val="002060"/>
                </a:solidFill>
              </a:rPr>
              <a:t>exclude( X, [ H | T ], [H|T1]) :- exclude( X, T, T1 ).</a:t>
            </a:r>
            <a:endParaRPr lang="ru-RU" b="1" dirty="0">
              <a:solidFill>
                <a:srgbClr val="002060"/>
              </a:solidFill>
            </a:endParaRP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F65EE1BD-2BA2-0A1B-1DC0-01254D0BEA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67</a:t>
            </a:fld>
            <a:endParaRPr lang="ru-RU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Prolog: Wolf, Goat and cabbage</a:t>
            </a:r>
            <a:endParaRPr lang="ru-RU" dirty="0">
              <a:solidFill>
                <a:srgbClr val="0070C0"/>
              </a:solidFill>
            </a:endParaRPr>
          </a:p>
        </p:txBody>
      </p:sp>
      <p:sp>
        <p:nvSpPr>
          <p:cNvPr id="4" name="Содержимое 3"/>
          <p:cNvSpPr>
            <a:spLocks noGrp="1"/>
          </p:cNvSpPr>
          <p:nvPr>
            <p:ph idx="1"/>
          </p:nvPr>
        </p:nvSpPr>
        <p:spPr>
          <a:xfrm>
            <a:off x="304800" y="1428736"/>
            <a:ext cx="8686800" cy="5214974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>
                <a:solidFill>
                  <a:srgbClr val="002060"/>
                </a:solidFill>
              </a:rPr>
              <a:t>Given:</a:t>
            </a:r>
            <a:endParaRPr lang="ru-RU" b="1" dirty="0">
              <a:solidFill>
                <a:srgbClr val="002060"/>
              </a:solidFill>
            </a:endParaRPr>
          </a:p>
          <a:p>
            <a:pPr>
              <a:buNone/>
            </a:pPr>
            <a:r>
              <a:rPr lang="en-US" b="1" dirty="0">
                <a:solidFill>
                  <a:srgbClr val="002060"/>
                </a:solidFill>
              </a:rPr>
              <a:t>A farmer on a boat, a wolf, a goat and  a cabbage are on the left shore of a river</a:t>
            </a:r>
            <a:r>
              <a:rPr lang="ru-RU" b="1" dirty="0">
                <a:solidFill>
                  <a:srgbClr val="002060"/>
                </a:solidFill>
              </a:rPr>
              <a:t>.</a:t>
            </a:r>
          </a:p>
          <a:p>
            <a:pPr>
              <a:buNone/>
            </a:pPr>
            <a:r>
              <a:rPr lang="en-US" b="1" dirty="0">
                <a:solidFill>
                  <a:srgbClr val="002060"/>
                </a:solidFill>
              </a:rPr>
              <a:t>Task</a:t>
            </a:r>
            <a:r>
              <a:rPr lang="ru-RU" b="1" dirty="0">
                <a:solidFill>
                  <a:srgbClr val="002060"/>
                </a:solidFill>
              </a:rPr>
              <a:t>:</a:t>
            </a:r>
          </a:p>
          <a:p>
            <a:pPr>
              <a:buNone/>
            </a:pPr>
            <a:r>
              <a:rPr lang="en-US" b="1" dirty="0">
                <a:solidFill>
                  <a:srgbClr val="002060"/>
                </a:solidFill>
              </a:rPr>
              <a:t>Carry everything to the right shore.</a:t>
            </a:r>
            <a:endParaRPr lang="ru-RU" b="1" dirty="0">
              <a:solidFill>
                <a:srgbClr val="002060"/>
              </a:solidFill>
            </a:endParaRPr>
          </a:p>
          <a:p>
            <a:pPr>
              <a:buNone/>
            </a:pPr>
            <a:r>
              <a:rPr lang="en-US" b="1" dirty="0">
                <a:solidFill>
                  <a:srgbClr val="002060"/>
                </a:solidFill>
              </a:rPr>
              <a:t>Limits</a:t>
            </a:r>
            <a:r>
              <a:rPr lang="ru-RU" b="1" dirty="0">
                <a:solidFill>
                  <a:srgbClr val="002060"/>
                </a:solidFill>
              </a:rPr>
              <a:t>: </a:t>
            </a:r>
          </a:p>
          <a:p>
            <a:pPr>
              <a:buNone/>
            </a:pPr>
            <a:r>
              <a:rPr lang="en-US" b="1" dirty="0">
                <a:solidFill>
                  <a:srgbClr val="002060"/>
                </a:solidFill>
              </a:rPr>
              <a:t>The boat can load just one item</a:t>
            </a:r>
            <a:r>
              <a:rPr lang="ru-RU" b="1" dirty="0">
                <a:solidFill>
                  <a:srgbClr val="002060"/>
                </a:solidFill>
              </a:rPr>
              <a:t>.</a:t>
            </a:r>
          </a:p>
          <a:p>
            <a:pPr>
              <a:buNone/>
            </a:pPr>
            <a:r>
              <a:rPr lang="en-US" b="1" dirty="0">
                <a:solidFill>
                  <a:srgbClr val="002060"/>
                </a:solidFill>
              </a:rPr>
              <a:t>While unsupervised by the farmer the wolf eats the goat and the goat eats the cabbage</a:t>
            </a:r>
            <a:r>
              <a:rPr lang="ru-RU" b="1" dirty="0">
                <a:solidFill>
                  <a:srgbClr val="002060"/>
                </a:solidFill>
              </a:rPr>
              <a:t>.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CF860FAC-05AC-AA52-A8CA-088E91936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68</a:t>
            </a:fld>
            <a:endParaRPr lang="ru-RU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Prolog: Wolf, Goat and cabbage</a:t>
            </a:r>
            <a:endParaRPr lang="ru-RU" dirty="0">
              <a:solidFill>
                <a:srgbClr val="0070C0"/>
              </a:solidFill>
            </a:endParaRPr>
          </a:p>
        </p:txBody>
      </p:sp>
      <p:sp>
        <p:nvSpPr>
          <p:cNvPr id="4" name="Содержимое 3"/>
          <p:cNvSpPr>
            <a:spLocks noGrp="1"/>
          </p:cNvSpPr>
          <p:nvPr>
            <p:ph idx="1"/>
          </p:nvPr>
        </p:nvSpPr>
        <p:spPr>
          <a:xfrm>
            <a:off x="304800" y="1428736"/>
            <a:ext cx="8686800" cy="5214974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>
                <a:solidFill>
                  <a:srgbClr val="002060"/>
                </a:solidFill>
              </a:rPr>
              <a:t>stuff(wolf) .   stuff(goat).   stuff(cabbage).</a:t>
            </a:r>
            <a:endParaRPr lang="ru-RU" b="1" dirty="0">
              <a:solidFill>
                <a:srgbClr val="002060"/>
              </a:solidFill>
            </a:endParaRP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0BE4C0B-A200-7927-D608-4E8B638461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69</a:t>
            </a:fld>
            <a:endParaRPr lang="ru-RU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Prolog: Wolf, Goat and cabbage</a:t>
            </a:r>
            <a:endParaRPr lang="ru-RU" dirty="0">
              <a:solidFill>
                <a:srgbClr val="0070C0"/>
              </a:solidFill>
            </a:endParaRPr>
          </a:p>
        </p:txBody>
      </p:sp>
      <p:sp>
        <p:nvSpPr>
          <p:cNvPr id="4" name="Содержимое 3"/>
          <p:cNvSpPr>
            <a:spLocks noGrp="1"/>
          </p:cNvSpPr>
          <p:nvPr>
            <p:ph idx="1"/>
          </p:nvPr>
        </p:nvSpPr>
        <p:spPr>
          <a:xfrm>
            <a:off x="304800" y="1428736"/>
            <a:ext cx="8839200" cy="5214974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>
                <a:solidFill>
                  <a:srgbClr val="002060"/>
                </a:solidFill>
              </a:rPr>
              <a:t>stuff(wolf) .   stuff(goat).   stuff(cabbage).</a:t>
            </a:r>
          </a:p>
          <a:p>
            <a:pPr>
              <a:buNone/>
            </a:pPr>
            <a:endParaRPr lang="en-US" b="1" dirty="0">
              <a:solidFill>
                <a:srgbClr val="002060"/>
              </a:solidFill>
            </a:endParaRPr>
          </a:p>
          <a:p>
            <a:pPr>
              <a:buNone/>
            </a:pPr>
            <a:r>
              <a:rPr lang="en-US" b="1" dirty="0">
                <a:solidFill>
                  <a:srgbClr val="002060"/>
                </a:solidFill>
              </a:rPr>
              <a:t>conflict(L) :- member(wolf, L), member(goat, L).</a:t>
            </a:r>
          </a:p>
          <a:p>
            <a:pPr>
              <a:buNone/>
            </a:pPr>
            <a:r>
              <a:rPr lang="en-US" b="1" dirty="0">
                <a:solidFill>
                  <a:srgbClr val="002060"/>
                </a:solidFill>
              </a:rPr>
              <a:t>conflict(L) :- member(cabbage, L), </a:t>
            </a:r>
          </a:p>
          <a:p>
            <a:pPr>
              <a:buNone/>
            </a:pPr>
            <a:r>
              <a:rPr lang="en-US" b="1" dirty="0">
                <a:solidFill>
                  <a:srgbClr val="002060"/>
                </a:solidFill>
              </a:rPr>
              <a:t>			   member(goat, L).</a:t>
            </a:r>
          </a:p>
          <a:p>
            <a:pPr>
              <a:buNone/>
            </a:pPr>
            <a:endParaRPr lang="ru-RU" b="1" dirty="0">
              <a:solidFill>
                <a:srgbClr val="002060"/>
              </a:solidFill>
            </a:endParaRP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BA6BCBA6-EDA1-010E-2260-41232CAD88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70</a:t>
            </a:fld>
            <a:endParaRPr lang="ru-RU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Prolog: Wolf, Goat and cabbage</a:t>
            </a:r>
            <a:endParaRPr lang="ru-RU" dirty="0">
              <a:solidFill>
                <a:srgbClr val="0070C0"/>
              </a:solidFill>
            </a:endParaRPr>
          </a:p>
        </p:txBody>
      </p:sp>
      <p:sp>
        <p:nvSpPr>
          <p:cNvPr id="4" name="Содержимое 3"/>
          <p:cNvSpPr>
            <a:spLocks noGrp="1"/>
          </p:cNvSpPr>
          <p:nvPr>
            <p:ph idx="1"/>
          </p:nvPr>
        </p:nvSpPr>
        <p:spPr>
          <a:xfrm>
            <a:off x="304800" y="1428736"/>
            <a:ext cx="8839200" cy="5214974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 err="1">
                <a:solidFill>
                  <a:srgbClr val="002060"/>
                </a:solidFill>
              </a:rPr>
              <a:t>go_right</a:t>
            </a:r>
            <a:r>
              <a:rPr lang="en-US" b="1" dirty="0">
                <a:solidFill>
                  <a:srgbClr val="002060"/>
                </a:solidFill>
              </a:rPr>
              <a:t>([ ], _ ).</a:t>
            </a:r>
          </a:p>
          <a:p>
            <a:pPr>
              <a:buNone/>
            </a:pPr>
            <a:r>
              <a:rPr lang="en-US" b="1" dirty="0" err="1">
                <a:solidFill>
                  <a:srgbClr val="002060"/>
                </a:solidFill>
              </a:rPr>
              <a:t>go_right</a:t>
            </a:r>
            <a:r>
              <a:rPr lang="en-US" b="1" dirty="0">
                <a:solidFill>
                  <a:srgbClr val="002060"/>
                </a:solidFill>
              </a:rPr>
              <a:t>( L, R ) :-</a:t>
            </a:r>
          </a:p>
          <a:p>
            <a:pPr>
              <a:buNone/>
            </a:pPr>
            <a:r>
              <a:rPr lang="en-US" b="1" dirty="0">
                <a:solidFill>
                  <a:srgbClr val="002060"/>
                </a:solidFill>
              </a:rPr>
              <a:t>		stuff(S), member( S,L ),</a:t>
            </a:r>
          </a:p>
          <a:p>
            <a:pPr>
              <a:buNone/>
            </a:pPr>
            <a:r>
              <a:rPr lang="en-US" b="1" dirty="0">
                <a:solidFill>
                  <a:srgbClr val="002060"/>
                </a:solidFill>
              </a:rPr>
              <a:t>		exclude(S, L, L1),</a:t>
            </a:r>
          </a:p>
          <a:p>
            <a:pPr>
              <a:buNone/>
            </a:pPr>
            <a:r>
              <a:rPr lang="en-US" b="1" dirty="0">
                <a:solidFill>
                  <a:srgbClr val="002060"/>
                </a:solidFill>
              </a:rPr>
              <a:t>		not( conflict( L1 ) ),</a:t>
            </a:r>
          </a:p>
          <a:p>
            <a:pPr>
              <a:buNone/>
            </a:pPr>
            <a:r>
              <a:rPr lang="en-US" b="1" dirty="0">
                <a:solidFill>
                  <a:srgbClr val="002060"/>
                </a:solidFill>
              </a:rPr>
              <a:t>		include( S, R, R1),</a:t>
            </a:r>
          </a:p>
          <a:p>
            <a:pPr>
              <a:buNone/>
            </a:pPr>
            <a:r>
              <a:rPr lang="en-US" b="1" dirty="0">
                <a:solidFill>
                  <a:srgbClr val="002060"/>
                </a:solidFill>
              </a:rPr>
              <a:t>		</a:t>
            </a:r>
            <a:r>
              <a:rPr lang="en-US" b="1" dirty="0" err="1">
                <a:solidFill>
                  <a:srgbClr val="002060"/>
                </a:solidFill>
              </a:rPr>
              <a:t>go_left</a:t>
            </a:r>
            <a:r>
              <a:rPr lang="en-US" b="1" dirty="0">
                <a:solidFill>
                  <a:srgbClr val="002060"/>
                </a:solidFill>
              </a:rPr>
              <a:t>( L1, R1).</a:t>
            </a:r>
          </a:p>
          <a:p>
            <a:pPr>
              <a:buNone/>
            </a:pPr>
            <a:r>
              <a:rPr lang="en-US" b="1" dirty="0">
                <a:solidFill>
                  <a:srgbClr val="002060"/>
                </a:solidFill>
              </a:rPr>
              <a:t>		</a:t>
            </a:r>
            <a:endParaRPr lang="ru-RU" b="1" dirty="0">
              <a:solidFill>
                <a:srgbClr val="002060"/>
              </a:solidFill>
            </a:endParaRP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ECEE6EBD-036D-04FE-700D-2D3DDDCFA5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71</a:t>
            </a:fld>
            <a:endParaRPr lang="ru-RU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Prolog: Wolf, Goat and cabbage</a:t>
            </a:r>
            <a:endParaRPr lang="ru-RU" dirty="0">
              <a:solidFill>
                <a:srgbClr val="0070C0"/>
              </a:solidFill>
            </a:endParaRPr>
          </a:p>
        </p:txBody>
      </p:sp>
      <p:sp>
        <p:nvSpPr>
          <p:cNvPr id="4" name="Содержимое 3"/>
          <p:cNvSpPr>
            <a:spLocks noGrp="1"/>
          </p:cNvSpPr>
          <p:nvPr>
            <p:ph idx="1"/>
          </p:nvPr>
        </p:nvSpPr>
        <p:spPr>
          <a:xfrm>
            <a:off x="304800" y="1428736"/>
            <a:ext cx="8053414" cy="5214974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 err="1">
                <a:solidFill>
                  <a:srgbClr val="002060"/>
                </a:solidFill>
              </a:rPr>
              <a:t>go_left</a:t>
            </a:r>
            <a:r>
              <a:rPr lang="en-US" b="1" dirty="0">
                <a:solidFill>
                  <a:srgbClr val="002060"/>
                </a:solidFill>
              </a:rPr>
              <a:t>([ ], _).</a:t>
            </a:r>
          </a:p>
          <a:p>
            <a:pPr>
              <a:buNone/>
            </a:pPr>
            <a:r>
              <a:rPr lang="en-US" b="1" dirty="0" err="1">
                <a:solidFill>
                  <a:srgbClr val="002060"/>
                </a:solidFill>
              </a:rPr>
              <a:t>go_left</a:t>
            </a:r>
            <a:r>
              <a:rPr lang="en-US" b="1" dirty="0">
                <a:solidFill>
                  <a:srgbClr val="002060"/>
                </a:solidFill>
              </a:rPr>
              <a:t>( L, R ) :-</a:t>
            </a:r>
          </a:p>
          <a:p>
            <a:pPr>
              <a:buNone/>
            </a:pPr>
            <a:r>
              <a:rPr lang="en-US" b="1" dirty="0">
                <a:solidFill>
                  <a:srgbClr val="002060"/>
                </a:solidFill>
              </a:rPr>
              <a:t>		not( conflict( R ) ),</a:t>
            </a:r>
          </a:p>
          <a:p>
            <a:pPr>
              <a:buNone/>
            </a:pPr>
            <a:r>
              <a:rPr lang="en-US" b="1" dirty="0">
                <a:solidFill>
                  <a:srgbClr val="002060"/>
                </a:solidFill>
              </a:rPr>
              <a:t>		</a:t>
            </a:r>
            <a:r>
              <a:rPr lang="en-US" b="1" dirty="0" err="1">
                <a:solidFill>
                  <a:srgbClr val="002060"/>
                </a:solidFill>
              </a:rPr>
              <a:t>go_right</a:t>
            </a:r>
            <a:r>
              <a:rPr lang="en-US" b="1" dirty="0">
                <a:solidFill>
                  <a:srgbClr val="002060"/>
                </a:solidFill>
              </a:rPr>
              <a:t>( L, R).</a:t>
            </a:r>
          </a:p>
          <a:p>
            <a:pPr>
              <a:buNone/>
            </a:pPr>
            <a:r>
              <a:rPr lang="en-US" b="1" dirty="0" err="1">
                <a:solidFill>
                  <a:srgbClr val="002060"/>
                </a:solidFill>
              </a:rPr>
              <a:t>go_left</a:t>
            </a:r>
            <a:r>
              <a:rPr lang="en-US" b="1" dirty="0">
                <a:solidFill>
                  <a:srgbClr val="002060"/>
                </a:solidFill>
              </a:rPr>
              <a:t>( L, R ) :-</a:t>
            </a:r>
          </a:p>
          <a:p>
            <a:pPr>
              <a:buNone/>
            </a:pPr>
            <a:r>
              <a:rPr lang="en-US" b="1" dirty="0">
                <a:solidFill>
                  <a:srgbClr val="002060"/>
                </a:solidFill>
              </a:rPr>
              <a:t>		stuff( S ),</a:t>
            </a:r>
          </a:p>
          <a:p>
            <a:pPr>
              <a:buNone/>
            </a:pPr>
            <a:r>
              <a:rPr lang="en-US" b="1" dirty="0">
                <a:solidFill>
                  <a:srgbClr val="002060"/>
                </a:solidFill>
              </a:rPr>
              <a:t>		exclude( S, R, R1),</a:t>
            </a:r>
          </a:p>
          <a:p>
            <a:pPr>
              <a:buNone/>
            </a:pPr>
            <a:r>
              <a:rPr lang="en-US" b="1" dirty="0">
                <a:solidFill>
                  <a:srgbClr val="002060"/>
                </a:solidFill>
              </a:rPr>
              <a:t>		not( conflict( R1 ) ),</a:t>
            </a:r>
          </a:p>
          <a:p>
            <a:pPr>
              <a:buNone/>
            </a:pPr>
            <a:r>
              <a:rPr lang="en-US" b="1" dirty="0">
                <a:solidFill>
                  <a:srgbClr val="002060"/>
                </a:solidFill>
              </a:rPr>
              <a:t>		include( S, L, L1),</a:t>
            </a:r>
          </a:p>
          <a:p>
            <a:pPr>
              <a:buNone/>
            </a:pPr>
            <a:r>
              <a:rPr lang="en-US" b="1" dirty="0">
                <a:solidFill>
                  <a:srgbClr val="002060"/>
                </a:solidFill>
              </a:rPr>
              <a:t>		</a:t>
            </a:r>
            <a:r>
              <a:rPr lang="en-US" b="1" dirty="0" err="1">
                <a:solidFill>
                  <a:srgbClr val="002060"/>
                </a:solidFill>
              </a:rPr>
              <a:t>go_right</a:t>
            </a:r>
            <a:r>
              <a:rPr lang="en-US" b="1" dirty="0">
                <a:solidFill>
                  <a:srgbClr val="002060"/>
                </a:solidFill>
              </a:rPr>
              <a:t>( L1, R1).</a:t>
            </a:r>
          </a:p>
          <a:p>
            <a:pPr>
              <a:buNone/>
            </a:pPr>
            <a:endParaRPr lang="en-US" b="1" dirty="0">
              <a:solidFill>
                <a:srgbClr val="002060"/>
              </a:solidFill>
            </a:endParaRPr>
          </a:p>
          <a:p>
            <a:pPr>
              <a:buNone/>
            </a:pPr>
            <a:endParaRPr lang="ru-RU" b="1" dirty="0">
              <a:solidFill>
                <a:srgbClr val="002060"/>
              </a:solidFill>
            </a:endParaRP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FEB9F80E-8A26-2C6A-A095-A11E4A242D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72</a:t>
            </a:fld>
            <a:endParaRPr lang="ru-RU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Prolog: Wolf, Goat and cabbage</a:t>
            </a:r>
            <a:endParaRPr lang="ru-RU" dirty="0">
              <a:solidFill>
                <a:srgbClr val="0070C0"/>
              </a:solidFill>
            </a:endParaRPr>
          </a:p>
        </p:txBody>
      </p:sp>
      <p:sp>
        <p:nvSpPr>
          <p:cNvPr id="4" name="Содержимое 3"/>
          <p:cNvSpPr>
            <a:spLocks noGrp="1"/>
          </p:cNvSpPr>
          <p:nvPr>
            <p:ph idx="1"/>
          </p:nvPr>
        </p:nvSpPr>
        <p:spPr>
          <a:xfrm>
            <a:off x="304800" y="1571612"/>
            <a:ext cx="8482042" cy="507209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ru-RU" b="1" dirty="0">
                <a:solidFill>
                  <a:srgbClr val="002060"/>
                </a:solidFill>
              </a:rPr>
              <a:t>?- </a:t>
            </a:r>
            <a:r>
              <a:rPr lang="en-US" b="1" dirty="0" err="1">
                <a:solidFill>
                  <a:srgbClr val="002060"/>
                </a:solidFill>
              </a:rPr>
              <a:t>go_right</a:t>
            </a:r>
            <a:r>
              <a:rPr lang="en-US" b="1" dirty="0">
                <a:solidFill>
                  <a:srgbClr val="002060"/>
                </a:solidFill>
              </a:rPr>
              <a:t>( [wolf, goat, cabbage], [ ]).</a:t>
            </a:r>
          </a:p>
          <a:p>
            <a:pPr>
              <a:buNone/>
            </a:pPr>
            <a:r>
              <a:rPr lang="en-US" b="1" dirty="0">
                <a:solidFill>
                  <a:srgbClr val="C00000"/>
                </a:solidFill>
              </a:rPr>
              <a:t>A Problem</a:t>
            </a:r>
            <a:r>
              <a:rPr lang="ru-RU" b="1" dirty="0">
                <a:solidFill>
                  <a:srgbClr val="C00000"/>
                </a:solidFill>
              </a:rPr>
              <a:t>!</a:t>
            </a:r>
          </a:p>
          <a:p>
            <a:pPr>
              <a:buNone/>
            </a:pPr>
            <a:r>
              <a:rPr lang="en-US" b="1" dirty="0">
                <a:solidFill>
                  <a:srgbClr val="C00000"/>
                </a:solidFill>
              </a:rPr>
              <a:t>First, the farmer carries a goat.</a:t>
            </a:r>
            <a:endParaRPr lang="ru-RU" b="1" dirty="0">
              <a:solidFill>
                <a:srgbClr val="C00000"/>
              </a:solidFill>
            </a:endParaRPr>
          </a:p>
          <a:p>
            <a:pPr>
              <a:buNone/>
            </a:pPr>
            <a:r>
              <a:rPr lang="en-US" b="1" dirty="0">
                <a:solidFill>
                  <a:srgbClr val="C00000"/>
                </a:solidFill>
              </a:rPr>
              <a:t>Second, he returns back to pick up the wolf</a:t>
            </a:r>
            <a:r>
              <a:rPr lang="ru-RU" b="1" dirty="0">
                <a:solidFill>
                  <a:srgbClr val="C00000"/>
                </a:solidFill>
              </a:rPr>
              <a:t>.</a:t>
            </a:r>
          </a:p>
          <a:p>
            <a:pPr>
              <a:buNone/>
            </a:pPr>
            <a:r>
              <a:rPr lang="en-US" b="1" dirty="0">
                <a:solidFill>
                  <a:srgbClr val="C00000"/>
                </a:solidFill>
              </a:rPr>
              <a:t>Third, it is impossible to leave the wolf together with the goat so the farmer carries it back.</a:t>
            </a:r>
          </a:p>
          <a:p>
            <a:pPr>
              <a:buNone/>
            </a:pPr>
            <a:r>
              <a:rPr lang="en-US" b="1" dirty="0">
                <a:solidFill>
                  <a:srgbClr val="C00000"/>
                </a:solidFill>
              </a:rPr>
              <a:t>HE  WILL</a:t>
            </a:r>
            <a:r>
              <a:rPr lang="ru-RU" b="1" dirty="0">
                <a:solidFill>
                  <a:srgbClr val="C00000"/>
                </a:solidFill>
              </a:rPr>
              <a:t> </a:t>
            </a:r>
            <a:r>
              <a:rPr lang="en-US" b="1" dirty="0">
                <a:solidFill>
                  <a:srgbClr val="C00000"/>
                </a:solidFill>
              </a:rPr>
              <a:t> ENDLESSLY CARRY THE WOLF</a:t>
            </a:r>
            <a:endParaRPr lang="ru-RU" b="1" dirty="0">
              <a:solidFill>
                <a:srgbClr val="C00000"/>
              </a:solidFill>
            </a:endParaRPr>
          </a:p>
          <a:p>
            <a:pPr>
              <a:buNone/>
            </a:pPr>
            <a:r>
              <a:rPr lang="en-US" b="1" dirty="0">
                <a:solidFill>
                  <a:srgbClr val="C00000"/>
                </a:solidFill>
              </a:rPr>
              <a:t>Cause: The farmer has too short memory  </a:t>
            </a:r>
            <a:r>
              <a:rPr lang="en-US" b="1" dirty="0">
                <a:solidFill>
                  <a:srgbClr val="002060"/>
                </a:solidFill>
              </a:rPr>
              <a:t>	</a:t>
            </a:r>
            <a:endParaRPr lang="ru-RU" b="1" dirty="0">
              <a:solidFill>
                <a:srgbClr val="002060"/>
              </a:solidFill>
            </a:endParaRP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50B2DB56-9E87-581C-25DD-103E62FA2E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73</a:t>
            </a:fld>
            <a:endParaRPr lang="ru-RU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Prolog: Wolf, Goat and cabbage</a:t>
            </a:r>
            <a:endParaRPr lang="ru-RU" dirty="0">
              <a:solidFill>
                <a:srgbClr val="0070C0"/>
              </a:solidFill>
            </a:endParaRPr>
          </a:p>
        </p:txBody>
      </p:sp>
      <p:sp>
        <p:nvSpPr>
          <p:cNvPr id="4" name="Содержимое 3"/>
          <p:cNvSpPr>
            <a:spLocks noGrp="1"/>
          </p:cNvSpPr>
          <p:nvPr>
            <p:ph idx="1"/>
          </p:nvPr>
        </p:nvSpPr>
        <p:spPr>
          <a:xfrm>
            <a:off x="304800" y="1428736"/>
            <a:ext cx="8839200" cy="5214974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 err="1">
                <a:solidFill>
                  <a:srgbClr val="002060"/>
                </a:solidFill>
              </a:rPr>
              <a:t>go_right</a:t>
            </a:r>
            <a:r>
              <a:rPr lang="en-US" b="1" dirty="0">
                <a:solidFill>
                  <a:srgbClr val="002060"/>
                </a:solidFill>
              </a:rPr>
              <a:t>([ ], _ ,_).</a:t>
            </a:r>
          </a:p>
          <a:p>
            <a:pPr>
              <a:buNone/>
            </a:pPr>
            <a:r>
              <a:rPr lang="en-US" b="1" dirty="0" err="1">
                <a:solidFill>
                  <a:srgbClr val="002060"/>
                </a:solidFill>
              </a:rPr>
              <a:t>go_right</a:t>
            </a:r>
            <a:r>
              <a:rPr lang="en-US" b="1" dirty="0">
                <a:solidFill>
                  <a:srgbClr val="002060"/>
                </a:solidFill>
              </a:rPr>
              <a:t>( L, R , Last) :-</a:t>
            </a:r>
          </a:p>
          <a:p>
            <a:pPr>
              <a:buNone/>
            </a:pPr>
            <a:r>
              <a:rPr lang="en-US" b="1" dirty="0">
                <a:solidFill>
                  <a:srgbClr val="002060"/>
                </a:solidFill>
              </a:rPr>
              <a:t>		stuff(S),  S \= Last,</a:t>
            </a:r>
          </a:p>
          <a:p>
            <a:pPr>
              <a:buNone/>
            </a:pPr>
            <a:r>
              <a:rPr lang="en-US" b="1" dirty="0">
                <a:solidFill>
                  <a:srgbClr val="002060"/>
                </a:solidFill>
              </a:rPr>
              <a:t>		member( S,L ),</a:t>
            </a:r>
          </a:p>
          <a:p>
            <a:pPr>
              <a:buNone/>
            </a:pPr>
            <a:r>
              <a:rPr lang="en-US" b="1" dirty="0">
                <a:solidFill>
                  <a:srgbClr val="002060"/>
                </a:solidFill>
              </a:rPr>
              <a:t>		exclude(S, L, L1),</a:t>
            </a:r>
          </a:p>
          <a:p>
            <a:pPr>
              <a:buNone/>
            </a:pPr>
            <a:r>
              <a:rPr lang="en-US" b="1" dirty="0">
                <a:solidFill>
                  <a:srgbClr val="002060"/>
                </a:solidFill>
              </a:rPr>
              <a:t>		not( conflict( L1 ) ),</a:t>
            </a:r>
          </a:p>
          <a:p>
            <a:pPr>
              <a:buNone/>
            </a:pPr>
            <a:r>
              <a:rPr lang="en-US" b="1" dirty="0">
                <a:solidFill>
                  <a:srgbClr val="002060"/>
                </a:solidFill>
              </a:rPr>
              <a:t>		include( S, R, R1),</a:t>
            </a:r>
          </a:p>
          <a:p>
            <a:pPr>
              <a:buNone/>
            </a:pPr>
            <a:r>
              <a:rPr lang="en-US" b="1" dirty="0">
                <a:solidFill>
                  <a:srgbClr val="002060"/>
                </a:solidFill>
              </a:rPr>
              <a:t>		</a:t>
            </a:r>
            <a:r>
              <a:rPr lang="en-US" b="1" dirty="0" err="1">
                <a:solidFill>
                  <a:srgbClr val="002060"/>
                </a:solidFill>
              </a:rPr>
              <a:t>go_left</a:t>
            </a:r>
            <a:r>
              <a:rPr lang="en-US" b="1" dirty="0">
                <a:solidFill>
                  <a:srgbClr val="002060"/>
                </a:solidFill>
              </a:rPr>
              <a:t>( L1, R1, S).</a:t>
            </a:r>
          </a:p>
          <a:p>
            <a:pPr>
              <a:buNone/>
            </a:pPr>
            <a:r>
              <a:rPr lang="en-US" b="1" dirty="0">
                <a:solidFill>
                  <a:srgbClr val="002060"/>
                </a:solidFill>
              </a:rPr>
              <a:t>		</a:t>
            </a:r>
            <a:endParaRPr lang="ru-RU" b="1" dirty="0">
              <a:solidFill>
                <a:srgbClr val="002060"/>
              </a:solidFill>
            </a:endParaRP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E3392D32-F303-7673-68D8-67E00DC7DF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74</a:t>
            </a:fld>
            <a:endParaRPr lang="ru-RU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Prolog: Wolf, Goat and cabbage</a:t>
            </a:r>
            <a:endParaRPr lang="ru-RU" dirty="0">
              <a:solidFill>
                <a:srgbClr val="0070C0"/>
              </a:solidFill>
            </a:endParaRPr>
          </a:p>
        </p:txBody>
      </p:sp>
      <p:sp>
        <p:nvSpPr>
          <p:cNvPr id="4" name="Содержимое 3"/>
          <p:cNvSpPr>
            <a:spLocks noGrp="1"/>
          </p:cNvSpPr>
          <p:nvPr>
            <p:ph idx="1"/>
          </p:nvPr>
        </p:nvSpPr>
        <p:spPr>
          <a:xfrm>
            <a:off x="304800" y="1428736"/>
            <a:ext cx="8053414" cy="5214974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 err="1">
                <a:solidFill>
                  <a:srgbClr val="002060"/>
                </a:solidFill>
              </a:rPr>
              <a:t>go_left</a:t>
            </a:r>
            <a:r>
              <a:rPr lang="en-US" b="1" dirty="0">
                <a:solidFill>
                  <a:srgbClr val="002060"/>
                </a:solidFill>
              </a:rPr>
              <a:t>([ ], _, _).</a:t>
            </a:r>
          </a:p>
          <a:p>
            <a:pPr>
              <a:buNone/>
            </a:pPr>
            <a:r>
              <a:rPr lang="en-US" b="1" dirty="0" err="1">
                <a:solidFill>
                  <a:srgbClr val="002060"/>
                </a:solidFill>
              </a:rPr>
              <a:t>go_left</a:t>
            </a:r>
            <a:r>
              <a:rPr lang="en-US" b="1" dirty="0">
                <a:solidFill>
                  <a:srgbClr val="002060"/>
                </a:solidFill>
              </a:rPr>
              <a:t>( L, R </a:t>
            </a:r>
            <a:r>
              <a:rPr lang="en-US" b="1">
                <a:solidFill>
                  <a:srgbClr val="002060"/>
                </a:solidFill>
              </a:rPr>
              <a:t>, Last) </a:t>
            </a:r>
            <a:r>
              <a:rPr lang="en-US" b="1" dirty="0">
                <a:solidFill>
                  <a:srgbClr val="002060"/>
                </a:solidFill>
              </a:rPr>
              <a:t>:-</a:t>
            </a:r>
          </a:p>
          <a:p>
            <a:pPr>
              <a:buNone/>
            </a:pPr>
            <a:r>
              <a:rPr lang="en-US" b="1" dirty="0">
                <a:solidFill>
                  <a:srgbClr val="002060"/>
                </a:solidFill>
              </a:rPr>
              <a:t>		not( conflict( R ) ),</a:t>
            </a:r>
          </a:p>
          <a:p>
            <a:pPr>
              <a:buNone/>
            </a:pPr>
            <a:r>
              <a:rPr lang="en-US" b="1" dirty="0">
                <a:solidFill>
                  <a:srgbClr val="002060"/>
                </a:solidFill>
              </a:rPr>
              <a:t>		</a:t>
            </a:r>
            <a:r>
              <a:rPr lang="en-US" b="1" dirty="0" err="1">
                <a:solidFill>
                  <a:srgbClr val="002060"/>
                </a:solidFill>
              </a:rPr>
              <a:t>go_right</a:t>
            </a:r>
            <a:r>
              <a:rPr lang="en-US" b="1" dirty="0">
                <a:solidFill>
                  <a:srgbClr val="002060"/>
                </a:solidFill>
              </a:rPr>
              <a:t>( L, R, Last).</a:t>
            </a:r>
          </a:p>
          <a:p>
            <a:pPr>
              <a:buNone/>
            </a:pPr>
            <a:r>
              <a:rPr lang="en-US" b="1" dirty="0" err="1">
                <a:solidFill>
                  <a:srgbClr val="002060"/>
                </a:solidFill>
              </a:rPr>
              <a:t>go_left</a:t>
            </a:r>
            <a:r>
              <a:rPr lang="en-US" b="1" dirty="0">
                <a:solidFill>
                  <a:srgbClr val="002060"/>
                </a:solidFill>
              </a:rPr>
              <a:t>( L, R , Last) :-</a:t>
            </a:r>
          </a:p>
          <a:p>
            <a:pPr>
              <a:buNone/>
            </a:pPr>
            <a:r>
              <a:rPr lang="en-US" b="1" dirty="0">
                <a:solidFill>
                  <a:srgbClr val="002060"/>
                </a:solidFill>
              </a:rPr>
              <a:t>		stuff( S ), S \= Last,</a:t>
            </a:r>
          </a:p>
          <a:p>
            <a:pPr>
              <a:buNone/>
            </a:pPr>
            <a:r>
              <a:rPr lang="en-US" b="1" dirty="0">
                <a:solidFill>
                  <a:srgbClr val="002060"/>
                </a:solidFill>
              </a:rPr>
              <a:t>		exclude( S, R, R1),</a:t>
            </a:r>
          </a:p>
          <a:p>
            <a:pPr>
              <a:buNone/>
            </a:pPr>
            <a:r>
              <a:rPr lang="en-US" b="1" dirty="0">
                <a:solidFill>
                  <a:srgbClr val="002060"/>
                </a:solidFill>
              </a:rPr>
              <a:t>		not( conflict( R1 ) ),</a:t>
            </a:r>
          </a:p>
          <a:p>
            <a:pPr>
              <a:buNone/>
            </a:pPr>
            <a:r>
              <a:rPr lang="en-US" b="1" dirty="0">
                <a:solidFill>
                  <a:srgbClr val="002060"/>
                </a:solidFill>
              </a:rPr>
              <a:t>		include( S, L, L1),</a:t>
            </a:r>
          </a:p>
          <a:p>
            <a:pPr>
              <a:buNone/>
            </a:pPr>
            <a:r>
              <a:rPr lang="en-US" b="1" dirty="0">
                <a:solidFill>
                  <a:srgbClr val="002060"/>
                </a:solidFill>
              </a:rPr>
              <a:t>		</a:t>
            </a:r>
            <a:r>
              <a:rPr lang="en-US" b="1" dirty="0" err="1">
                <a:solidFill>
                  <a:srgbClr val="002060"/>
                </a:solidFill>
              </a:rPr>
              <a:t>go_right</a:t>
            </a:r>
            <a:r>
              <a:rPr lang="en-US" b="1" dirty="0">
                <a:solidFill>
                  <a:srgbClr val="002060"/>
                </a:solidFill>
              </a:rPr>
              <a:t>( L1, R1, S).</a:t>
            </a:r>
          </a:p>
          <a:p>
            <a:pPr>
              <a:buNone/>
            </a:pPr>
            <a:endParaRPr lang="en-US" b="1" dirty="0">
              <a:solidFill>
                <a:srgbClr val="002060"/>
              </a:solidFill>
            </a:endParaRPr>
          </a:p>
          <a:p>
            <a:pPr>
              <a:buNone/>
            </a:pPr>
            <a:endParaRPr lang="ru-RU" b="1" dirty="0">
              <a:solidFill>
                <a:srgbClr val="002060"/>
              </a:solidFill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9039F5D6-C8F1-EA55-5BAE-6C80605225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75</a:t>
            </a:fld>
            <a:endParaRPr lang="ru-RU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Prolog</a:t>
            </a:r>
            <a:r>
              <a:rPr lang="en-US">
                <a:solidFill>
                  <a:srgbClr val="0070C0"/>
                </a:solidFill>
              </a:rPr>
              <a:t>: CONCLUSION</a:t>
            </a:r>
            <a:endParaRPr lang="ru-RU" dirty="0">
              <a:solidFill>
                <a:srgbClr val="0070C0"/>
              </a:solidFill>
            </a:endParaRPr>
          </a:p>
        </p:txBody>
      </p:sp>
      <p:sp>
        <p:nvSpPr>
          <p:cNvPr id="4" name="Содержимое 3"/>
          <p:cNvSpPr>
            <a:spLocks noGrp="1"/>
          </p:cNvSpPr>
          <p:nvPr>
            <p:ph idx="1"/>
          </p:nvPr>
        </p:nvSpPr>
        <p:spPr>
          <a:xfrm>
            <a:off x="304800" y="1428736"/>
            <a:ext cx="8053414" cy="5214974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>
                <a:solidFill>
                  <a:srgbClr val="002060"/>
                </a:solidFill>
              </a:rPr>
              <a:t>Prolog allows to create nice programs</a:t>
            </a:r>
            <a:r>
              <a:rPr lang="ru-RU" b="1" dirty="0">
                <a:solidFill>
                  <a:srgbClr val="002060"/>
                </a:solidFill>
              </a:rPr>
              <a:t>.</a:t>
            </a:r>
          </a:p>
          <a:p>
            <a:pPr>
              <a:buNone/>
            </a:pPr>
            <a:r>
              <a:rPr lang="en-US" b="1" dirty="0">
                <a:solidFill>
                  <a:srgbClr val="002060"/>
                </a:solidFill>
              </a:rPr>
              <a:t>Prolog programing is an art.</a:t>
            </a:r>
          </a:p>
          <a:p>
            <a:pPr>
              <a:buNone/>
            </a:pPr>
            <a:r>
              <a:rPr lang="en-US" b="1" dirty="0">
                <a:solidFill>
                  <a:srgbClr val="002060"/>
                </a:solidFill>
              </a:rPr>
              <a:t>Behavior of Prolog programs is often far from expected one.</a:t>
            </a:r>
          </a:p>
          <a:p>
            <a:pPr>
              <a:buNone/>
            </a:pPr>
            <a:endParaRPr lang="en-US" b="1" dirty="0">
              <a:solidFill>
                <a:srgbClr val="002060"/>
              </a:solidFill>
            </a:endParaRPr>
          </a:p>
          <a:p>
            <a:pPr>
              <a:buNone/>
            </a:pPr>
            <a:endParaRPr lang="ru-RU" b="1" dirty="0">
              <a:solidFill>
                <a:srgbClr val="002060"/>
              </a:solidFill>
            </a:endParaRP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618E874A-4C94-89C5-7BFC-658F719682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76</a:t>
            </a:fld>
            <a:endParaRPr lang="ru-RU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Prolog: PROJECT EXAMPLES</a:t>
            </a:r>
            <a:endParaRPr lang="ru-RU" dirty="0">
              <a:solidFill>
                <a:srgbClr val="0070C0"/>
              </a:solidFill>
            </a:endParaRPr>
          </a:p>
        </p:txBody>
      </p:sp>
      <p:sp>
        <p:nvSpPr>
          <p:cNvPr id="4" name="Содержимое 3"/>
          <p:cNvSpPr>
            <a:spLocks noGrp="1"/>
          </p:cNvSpPr>
          <p:nvPr>
            <p:ph idx="1"/>
          </p:nvPr>
        </p:nvSpPr>
        <p:spPr>
          <a:xfrm>
            <a:off x="304800" y="1428736"/>
            <a:ext cx="1838308" cy="157163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400" b="1" dirty="0">
                <a:solidFill>
                  <a:srgbClr val="002060"/>
                </a:solidFill>
              </a:rPr>
              <a:t>Program for </a:t>
            </a:r>
            <a:endParaRPr lang="ru-RU" sz="2400" b="1" dirty="0">
              <a:solidFill>
                <a:srgbClr val="002060"/>
              </a:solidFill>
            </a:endParaRPr>
          </a:p>
          <a:p>
            <a:pPr>
              <a:buNone/>
            </a:pPr>
            <a:r>
              <a:rPr lang="en-US" sz="2400" b="1" dirty="0">
                <a:solidFill>
                  <a:srgbClr val="002060"/>
                </a:solidFill>
              </a:rPr>
              <a:t>cutting out</a:t>
            </a:r>
            <a:endParaRPr lang="ru-RU" sz="2400" b="1" dirty="0">
              <a:solidFill>
                <a:srgbClr val="002060"/>
              </a:solidFill>
            </a:endParaRPr>
          </a:p>
          <a:p>
            <a:pPr>
              <a:buNone/>
            </a:pPr>
            <a:r>
              <a:rPr lang="ru-RU" sz="2400" b="1" dirty="0">
                <a:solidFill>
                  <a:srgbClr val="002060"/>
                </a:solidFill>
              </a:rPr>
              <a:t>/</a:t>
            </a:r>
            <a:r>
              <a:rPr lang="en-US" sz="2400" b="1" dirty="0">
                <a:solidFill>
                  <a:srgbClr val="002060"/>
                </a:solidFill>
              </a:rPr>
              <a:t>packing</a:t>
            </a:r>
          </a:p>
          <a:p>
            <a:pPr>
              <a:buNone/>
            </a:pPr>
            <a:endParaRPr lang="ru-RU" b="1" dirty="0">
              <a:solidFill>
                <a:srgbClr val="002060"/>
              </a:solidFill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68123" y="1357298"/>
            <a:ext cx="6875879" cy="55007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Прямоугольник 5"/>
          <p:cNvSpPr/>
          <p:nvPr/>
        </p:nvSpPr>
        <p:spPr>
          <a:xfrm>
            <a:off x="4572000" y="6596390"/>
            <a:ext cx="4572000" cy="261610"/>
          </a:xfrm>
          <a:prstGeom prst="rect">
            <a:avLst/>
          </a:prstGeom>
          <a:solidFill>
            <a:schemeClr val="accent1"/>
          </a:solidFill>
        </p:spPr>
        <p:txBody>
          <a:bodyPr>
            <a:spAutoFit/>
          </a:bodyPr>
          <a:lstStyle/>
          <a:p>
            <a:r>
              <a:rPr lang="en-US" sz="1100" dirty="0"/>
              <a:t>http://download.pdc.dk/vip/vip_alc/2008/VIP-ALC08-Proceedings.pdf</a:t>
            </a:r>
            <a:endParaRPr lang="ru-RU" sz="1100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CAD2CD6C-A000-15A0-413F-217E74D4D2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77</a:t>
            </a:fld>
            <a:endParaRPr lang="ru-RU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Prolog: PROJECT EXAMPLES</a:t>
            </a:r>
            <a:endParaRPr lang="ru-RU" dirty="0">
              <a:solidFill>
                <a:srgbClr val="0070C0"/>
              </a:solidFill>
            </a:endParaRPr>
          </a:p>
        </p:txBody>
      </p:sp>
      <p:sp>
        <p:nvSpPr>
          <p:cNvPr id="4" name="Содержимое 3"/>
          <p:cNvSpPr>
            <a:spLocks noGrp="1"/>
          </p:cNvSpPr>
          <p:nvPr>
            <p:ph idx="1"/>
          </p:nvPr>
        </p:nvSpPr>
        <p:spPr>
          <a:xfrm>
            <a:off x="304800" y="1428736"/>
            <a:ext cx="1838308" cy="5214974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400" b="1" dirty="0">
                <a:solidFill>
                  <a:srgbClr val="002060"/>
                </a:solidFill>
              </a:rPr>
              <a:t>Program for </a:t>
            </a:r>
            <a:endParaRPr lang="ru-RU" sz="2400" b="1" dirty="0">
              <a:solidFill>
                <a:srgbClr val="002060"/>
              </a:solidFill>
            </a:endParaRPr>
          </a:p>
          <a:p>
            <a:pPr>
              <a:buNone/>
            </a:pPr>
            <a:r>
              <a:rPr lang="en-US" sz="2400" b="1" dirty="0">
                <a:solidFill>
                  <a:srgbClr val="002060"/>
                </a:solidFill>
              </a:rPr>
              <a:t>cutting out</a:t>
            </a:r>
            <a:endParaRPr lang="ru-RU" sz="2400" b="1" dirty="0">
              <a:solidFill>
                <a:srgbClr val="002060"/>
              </a:solidFill>
            </a:endParaRPr>
          </a:p>
          <a:p>
            <a:pPr>
              <a:buNone/>
            </a:pPr>
            <a:r>
              <a:rPr lang="ru-RU" sz="2400" b="1" dirty="0">
                <a:solidFill>
                  <a:srgbClr val="002060"/>
                </a:solidFill>
              </a:rPr>
              <a:t>/</a:t>
            </a:r>
            <a:r>
              <a:rPr lang="en-US" sz="2400" b="1" dirty="0">
                <a:solidFill>
                  <a:srgbClr val="002060"/>
                </a:solidFill>
              </a:rPr>
              <a:t>packing</a:t>
            </a:r>
          </a:p>
          <a:p>
            <a:pPr>
              <a:buNone/>
            </a:pPr>
            <a:endParaRPr lang="ru-RU" b="1" dirty="0">
              <a:solidFill>
                <a:srgbClr val="002060"/>
              </a:solidFill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78797" y="1285838"/>
            <a:ext cx="6965203" cy="5572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CC5A9A0E-B593-EBF5-F790-BC251A07A1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78</a:t>
            </a:fld>
            <a:endParaRPr lang="ru-RU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Prolog: PROJECT EXAMPLES</a:t>
            </a:r>
            <a:endParaRPr lang="ru-RU" dirty="0">
              <a:solidFill>
                <a:srgbClr val="0070C0"/>
              </a:solidFill>
            </a:endParaRPr>
          </a:p>
        </p:txBody>
      </p:sp>
      <p:sp>
        <p:nvSpPr>
          <p:cNvPr id="4" name="Содержимое 3"/>
          <p:cNvSpPr>
            <a:spLocks noGrp="1"/>
          </p:cNvSpPr>
          <p:nvPr>
            <p:ph idx="1"/>
          </p:nvPr>
        </p:nvSpPr>
        <p:spPr>
          <a:xfrm>
            <a:off x="304800" y="1428736"/>
            <a:ext cx="3195630" cy="107157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400" b="1" dirty="0">
                <a:solidFill>
                  <a:srgbClr val="002060"/>
                </a:solidFill>
              </a:rPr>
              <a:t>3D Design</a:t>
            </a:r>
          </a:p>
          <a:p>
            <a:pPr>
              <a:buNone/>
            </a:pPr>
            <a:endParaRPr lang="ru-RU" b="1" dirty="0">
              <a:solidFill>
                <a:srgbClr val="002060"/>
              </a:solidFill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52643" y="1857364"/>
            <a:ext cx="8391357" cy="5000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" name="Записанный звук">
            <a:hlinkClick r:id="" action="ppaction://media"/>
            <a:extLst>
              <a:ext uri="{FF2B5EF4-FFF2-40B4-BE49-F238E27FC236}">
                <a16:creationId xmlns:a16="http://schemas.microsoft.com/office/drawing/2014/main" id="{A75C2E79-9671-4DD0-A181-BEDE09A657F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4327525" y="3184525"/>
            <a:ext cx="487363" cy="487363"/>
          </a:xfrm>
          <a:prstGeom prst="rect">
            <a:avLst/>
          </a:prstGeom>
        </p:spPr>
      </p:pic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BE8ECCB4-2228-32F8-9F2C-2C1BDD1A3C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79</a:t>
            </a:fld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5300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Prolog: PROJECT EXAMPLES</a:t>
            </a:r>
            <a:endParaRPr lang="ru-RU" dirty="0">
              <a:solidFill>
                <a:srgbClr val="0070C0"/>
              </a:solidFill>
            </a:endParaRPr>
          </a:p>
        </p:txBody>
      </p:sp>
      <p:sp>
        <p:nvSpPr>
          <p:cNvPr id="4" name="Содержимое 3"/>
          <p:cNvSpPr>
            <a:spLocks noGrp="1"/>
          </p:cNvSpPr>
          <p:nvPr>
            <p:ph idx="1"/>
          </p:nvPr>
        </p:nvSpPr>
        <p:spPr>
          <a:xfrm>
            <a:off x="214282" y="1357298"/>
            <a:ext cx="5481646" cy="107157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>
                <a:solidFill>
                  <a:srgbClr val="002060"/>
                </a:solidFill>
              </a:rPr>
              <a:t>Scheduling</a:t>
            </a:r>
            <a:endParaRPr lang="ru-RU" b="1" dirty="0">
              <a:solidFill>
                <a:srgbClr val="002060"/>
              </a:solidFill>
            </a:endParaRPr>
          </a:p>
          <a:p>
            <a:pPr>
              <a:buNone/>
            </a:pPr>
            <a:r>
              <a:rPr lang="en-US" sz="1200" b="1" dirty="0">
                <a:solidFill>
                  <a:srgbClr val="002060"/>
                </a:solidFill>
              </a:rPr>
              <a:t>http://www.pdc.dk/Aviation</a:t>
            </a:r>
            <a:r>
              <a:rPr lang="ru-RU" sz="1200" b="1" dirty="0">
                <a:solidFill>
                  <a:srgbClr val="002060"/>
                </a:solidFill>
              </a:rPr>
              <a:t> </a:t>
            </a:r>
            <a:r>
              <a:rPr lang="en-US" sz="1200" b="1" dirty="0">
                <a:solidFill>
                  <a:srgbClr val="002060"/>
                </a:solidFill>
              </a:rPr>
              <a:t>solutions/downloads/Airline-Suite.pdf</a:t>
            </a:r>
          </a:p>
          <a:p>
            <a:pPr>
              <a:buNone/>
            </a:pPr>
            <a:endParaRPr lang="ru-RU" b="1" dirty="0">
              <a:solidFill>
                <a:srgbClr val="002060"/>
              </a:solidFill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63688" y="1988840"/>
            <a:ext cx="6187304" cy="46434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1490058-141B-66BD-F243-CBDCB5631A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80</a:t>
            </a:fld>
            <a:endParaRPr lang="ru-RU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Prolog: PROJECT EXAMPLES</a:t>
            </a:r>
            <a:endParaRPr lang="ru-RU" dirty="0">
              <a:solidFill>
                <a:srgbClr val="0070C0"/>
              </a:solidFill>
            </a:endParaRPr>
          </a:p>
        </p:txBody>
      </p:sp>
      <p:sp>
        <p:nvSpPr>
          <p:cNvPr id="4" name="Содержимое 3"/>
          <p:cNvSpPr>
            <a:spLocks noGrp="1"/>
          </p:cNvSpPr>
          <p:nvPr>
            <p:ph idx="1"/>
          </p:nvPr>
        </p:nvSpPr>
        <p:spPr>
          <a:xfrm>
            <a:off x="214282" y="1357298"/>
            <a:ext cx="7382054" cy="107157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>
                <a:solidFill>
                  <a:srgbClr val="002060"/>
                </a:solidFill>
              </a:rPr>
              <a:t>Speech recognition and synthesis</a:t>
            </a:r>
            <a:endParaRPr lang="ru-RU" b="1" dirty="0">
              <a:solidFill>
                <a:srgbClr val="002060"/>
              </a:solidFill>
            </a:endParaRPr>
          </a:p>
          <a:p>
            <a:pPr>
              <a:buNone/>
            </a:pPr>
            <a:r>
              <a:rPr lang="en-US" sz="1200" b="1" dirty="0">
                <a:solidFill>
                  <a:srgbClr val="002060"/>
                </a:solidFill>
              </a:rPr>
              <a:t>http://www.pdc.dk/dk/dictus/</a:t>
            </a:r>
            <a:endParaRPr lang="ru-RU" b="1" dirty="0">
              <a:solidFill>
                <a:srgbClr val="002060"/>
              </a:solidFill>
            </a:endParaRPr>
          </a:p>
        </p:txBody>
      </p:sp>
      <p:pic>
        <p:nvPicPr>
          <p:cNvPr id="4098" name="Picture 2" descr="http://www.pdc.dk/dk/dictus/images2009/hovedside1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4282" y="2201861"/>
            <a:ext cx="8501075" cy="3643318"/>
          </a:xfrm>
          <a:prstGeom prst="rect">
            <a:avLst/>
          </a:prstGeom>
          <a:noFill/>
        </p:spPr>
      </p:pic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4564C12-7863-3037-A7CD-F67B8A0F0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81</a:t>
            </a:fld>
            <a:endParaRPr lang="ru-RU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Prolog: Critics</a:t>
            </a:r>
            <a:endParaRPr lang="ru-RU" dirty="0">
              <a:solidFill>
                <a:srgbClr val="0070C0"/>
              </a:solidFill>
            </a:endParaRPr>
          </a:p>
        </p:txBody>
      </p:sp>
      <p:sp>
        <p:nvSpPr>
          <p:cNvPr id="4" name="Содержимое 3"/>
          <p:cNvSpPr>
            <a:spLocks noGrp="1"/>
          </p:cNvSpPr>
          <p:nvPr>
            <p:ph idx="1"/>
          </p:nvPr>
        </p:nvSpPr>
        <p:spPr>
          <a:xfrm>
            <a:off x="571472" y="1357298"/>
            <a:ext cx="8143932" cy="4572032"/>
          </a:xfrm>
        </p:spPr>
        <p:txBody>
          <a:bodyPr>
            <a:noAutofit/>
          </a:bodyPr>
          <a:lstStyle/>
          <a:p>
            <a:pPr>
              <a:buFont typeface="Wingdings" pitchFamily="2" charset="2"/>
              <a:buChar char="q"/>
            </a:pPr>
            <a:r>
              <a:rPr lang="en-US" dirty="0">
                <a:solidFill>
                  <a:srgbClr val="002060"/>
                </a:solidFill>
              </a:rPr>
              <a:t>Hard to learn</a:t>
            </a:r>
            <a:endParaRPr lang="ru-RU" dirty="0">
              <a:solidFill>
                <a:srgbClr val="002060"/>
              </a:solidFill>
            </a:endParaRPr>
          </a:p>
          <a:p>
            <a:pPr>
              <a:buFont typeface="Wingdings" pitchFamily="2" charset="2"/>
              <a:buChar char="q"/>
            </a:pPr>
            <a:r>
              <a:rPr lang="en-US" dirty="0">
                <a:solidFill>
                  <a:srgbClr val="002060"/>
                </a:solidFill>
              </a:rPr>
              <a:t>Higher programmer’s skill needed</a:t>
            </a:r>
            <a:endParaRPr lang="ru-RU" dirty="0">
              <a:solidFill>
                <a:srgbClr val="002060"/>
              </a:solidFill>
            </a:endParaRPr>
          </a:p>
          <a:p>
            <a:pPr>
              <a:buFont typeface="Wingdings" pitchFamily="2" charset="2"/>
              <a:buChar char="q"/>
            </a:pPr>
            <a:r>
              <a:rPr lang="en-US" dirty="0">
                <a:solidFill>
                  <a:srgbClr val="002060"/>
                </a:solidFill>
              </a:rPr>
              <a:t>Debugging challenge</a:t>
            </a:r>
            <a:endParaRPr lang="ru-RU" dirty="0">
              <a:solidFill>
                <a:srgbClr val="002060"/>
              </a:solidFill>
            </a:endParaRPr>
          </a:p>
          <a:p>
            <a:pPr>
              <a:buFont typeface="Wingdings" pitchFamily="2" charset="2"/>
              <a:buChar char="q"/>
            </a:pPr>
            <a:r>
              <a:rPr lang="en-US" dirty="0">
                <a:solidFill>
                  <a:srgbClr val="002060"/>
                </a:solidFill>
              </a:rPr>
              <a:t>Weak programming technology </a:t>
            </a:r>
            <a:endParaRPr lang="ru-RU" dirty="0">
              <a:solidFill>
                <a:srgbClr val="002060"/>
              </a:solidFill>
            </a:endParaRPr>
          </a:p>
          <a:p>
            <a:pPr>
              <a:buFont typeface="Wingdings" pitchFamily="2" charset="2"/>
              <a:buChar char="q"/>
            </a:pPr>
            <a:r>
              <a:rPr lang="en-US" dirty="0">
                <a:solidFill>
                  <a:srgbClr val="002060"/>
                </a:solidFill>
              </a:rPr>
              <a:t>Bad control of intermediate results</a:t>
            </a:r>
          </a:p>
          <a:p>
            <a:pPr>
              <a:buFont typeface="Wingdings" pitchFamily="2" charset="2"/>
              <a:buChar char="q"/>
            </a:pPr>
            <a:r>
              <a:rPr lang="en-US" b="1" dirty="0">
                <a:solidFill>
                  <a:srgbClr val="002060"/>
                </a:solidFill>
              </a:rPr>
              <a:t>Actually, Prolog is far from pure declarative language</a:t>
            </a:r>
            <a:endParaRPr lang="ru-RU" b="1" dirty="0">
              <a:solidFill>
                <a:srgbClr val="00206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974303" y="6488668"/>
            <a:ext cx="21696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© И.А.Бессмертный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A8965874-8F01-7A7A-121C-9BF4F90405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82</a:t>
            </a:fld>
            <a:endParaRPr lang="ru-RU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483768" y="3398043"/>
            <a:ext cx="8686800" cy="838200"/>
          </a:xfrm>
        </p:spPr>
        <p:txBody>
          <a:bodyPr/>
          <a:lstStyle/>
          <a:p>
            <a:r>
              <a:rPr lang="en-US">
                <a:solidFill>
                  <a:srgbClr val="0070C0"/>
                </a:solidFill>
              </a:rPr>
              <a:t>QUESTIONS?</a:t>
            </a:r>
            <a:endParaRPr lang="ru-RU" dirty="0">
              <a:solidFill>
                <a:srgbClr val="0070C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974303" y="6488668"/>
            <a:ext cx="21696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© И.А.Бессмертный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E498D2F7-53F5-9977-6581-F86150E9E3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83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50043576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4371</TotalTime>
  <Words>2471</Words>
  <Application>Microsoft Office PowerPoint</Application>
  <PresentationFormat>Экран (4:3)</PresentationFormat>
  <Paragraphs>431</Paragraphs>
  <Slides>83</Slides>
  <Notes>0</Notes>
  <HiddenSlides>0</HiddenSlides>
  <MMClips>5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83</vt:i4>
      </vt:variant>
    </vt:vector>
  </HeadingPairs>
  <TitlesOfParts>
    <vt:vector size="88" baseType="lpstr">
      <vt:lpstr>Aptos</vt:lpstr>
      <vt:lpstr>Aptos Display</vt:lpstr>
      <vt:lpstr>Arial</vt:lpstr>
      <vt:lpstr>Wingdings</vt:lpstr>
      <vt:lpstr>Тема Office</vt:lpstr>
      <vt:lpstr>Artificial Intelligence : Prolog</vt:lpstr>
      <vt:lpstr>Prolog PROGRAMMING LANGUAGE</vt:lpstr>
      <vt:lpstr>Prolog Translators </vt:lpstr>
      <vt:lpstr>Prolog Translators </vt:lpstr>
      <vt:lpstr>Prolog Programming Language</vt:lpstr>
      <vt:lpstr>Predicate calculus language</vt:lpstr>
      <vt:lpstr>Prolog: AXIOMS (FACTS)</vt:lpstr>
      <vt:lpstr>Prolog: AXIOMS (FACTS)</vt:lpstr>
      <vt:lpstr>Prolog: AXIOMS (FACTS)</vt:lpstr>
      <vt:lpstr>Prolog: AXIOMS (FACTS)</vt:lpstr>
      <vt:lpstr>Prolog: AXIOMS (FACTS)</vt:lpstr>
      <vt:lpstr>Prolog: AXIOMS (FACTS)</vt:lpstr>
      <vt:lpstr>Prolog: AXIOMS (FACTS)</vt:lpstr>
      <vt:lpstr>Prolog: AXIOMS (FACTS)</vt:lpstr>
      <vt:lpstr>Prolog: AXIOMS (FACTS)</vt:lpstr>
      <vt:lpstr>Prolog: AXIOMS (FACTS)</vt:lpstr>
      <vt:lpstr>Prolog: FACTS AND RULES</vt:lpstr>
      <vt:lpstr>Prolog: RULES</vt:lpstr>
      <vt:lpstr>Prolog: RULES</vt:lpstr>
      <vt:lpstr>Prolog: RULES</vt:lpstr>
      <vt:lpstr>Prolog: правила</vt:lpstr>
      <vt:lpstr>Prolog: RULES</vt:lpstr>
      <vt:lpstr>Prolog: RULES</vt:lpstr>
      <vt:lpstr>Prolog: Recursions</vt:lpstr>
      <vt:lpstr>Prolog: Recursions</vt:lpstr>
      <vt:lpstr>Prolog: Recursions</vt:lpstr>
      <vt:lpstr>Prolog: Recursions</vt:lpstr>
      <vt:lpstr>Prolog: Recursions</vt:lpstr>
      <vt:lpstr>Prolog: Hanoi tower</vt:lpstr>
      <vt:lpstr>Prolog: Hanoi tower</vt:lpstr>
      <vt:lpstr>Prolog: Hanoi tower</vt:lpstr>
      <vt:lpstr>Prolog: Hanoi tower</vt:lpstr>
      <vt:lpstr>Prolog: game 23 sticks</vt:lpstr>
      <vt:lpstr>Prolog: game 23 sticks</vt:lpstr>
      <vt:lpstr>Prolog: game 23 sticks</vt:lpstr>
      <vt:lpstr>Prolog: game 23 sticks</vt:lpstr>
      <vt:lpstr>Prolog: cuts</vt:lpstr>
      <vt:lpstr>Prolog: cuts</vt:lpstr>
      <vt:lpstr>Prolog: cuts</vt:lpstr>
      <vt:lpstr>Prolog: cuts</vt:lpstr>
      <vt:lpstr>Prolog: ОТсечения</vt:lpstr>
      <vt:lpstr>Prolog: ОТсечения</vt:lpstr>
      <vt:lpstr>Prolog: cuts</vt:lpstr>
      <vt:lpstr>Prolog: cuts</vt:lpstr>
      <vt:lpstr>Prolog: cuts</vt:lpstr>
      <vt:lpstr>Prolog: cuts</vt:lpstr>
      <vt:lpstr>Prolog: cuts</vt:lpstr>
      <vt:lpstr>Prolog: cuts</vt:lpstr>
      <vt:lpstr>Prolog: cuts</vt:lpstr>
      <vt:lpstr>Prolog: cuts</vt:lpstr>
      <vt:lpstr>Prolog: cuts</vt:lpstr>
      <vt:lpstr>Prolog: cuts</vt:lpstr>
      <vt:lpstr>Prolog: cuts</vt:lpstr>
      <vt:lpstr>Prolog: cuts</vt:lpstr>
      <vt:lpstr>Prolog: cuts</vt:lpstr>
      <vt:lpstr>Prolog: cuts</vt:lpstr>
      <vt:lpstr>Prolog: cuts</vt:lpstr>
      <vt:lpstr>Prolog: cuts</vt:lpstr>
      <vt:lpstr>Prolog: cuts</vt:lpstr>
      <vt:lpstr>Prolog: cuts</vt:lpstr>
      <vt:lpstr>Prolog: cuts</vt:lpstr>
      <vt:lpstr>Prolog: cuts</vt:lpstr>
      <vt:lpstr>Prolog: cuts</vt:lpstr>
      <vt:lpstr>Prolog: lists</vt:lpstr>
      <vt:lpstr>Prolog: lists</vt:lpstr>
      <vt:lpstr>Prolog: lists</vt:lpstr>
      <vt:lpstr>Prolog: lists</vt:lpstr>
      <vt:lpstr>Prolog: Wolf, Goat and cabbage</vt:lpstr>
      <vt:lpstr>Prolog: Wolf, Goat and cabbage</vt:lpstr>
      <vt:lpstr>Prolog: Wolf, Goat and cabbage</vt:lpstr>
      <vt:lpstr>Prolog: Wolf, Goat and cabbage</vt:lpstr>
      <vt:lpstr>Prolog: Wolf, Goat and cabbage</vt:lpstr>
      <vt:lpstr>Prolog: Wolf, Goat and cabbage</vt:lpstr>
      <vt:lpstr>Prolog: Wolf, Goat and cabbage</vt:lpstr>
      <vt:lpstr>Prolog: Wolf, Goat and cabbage</vt:lpstr>
      <vt:lpstr>Prolog: CONCLUSION</vt:lpstr>
      <vt:lpstr>Prolog: PROJECT EXAMPLES</vt:lpstr>
      <vt:lpstr>Prolog: PROJECT EXAMPLES</vt:lpstr>
      <vt:lpstr>Prolog: PROJECT EXAMPLES</vt:lpstr>
      <vt:lpstr>Prolog: PROJECT EXAMPLES</vt:lpstr>
      <vt:lpstr>Prolog: PROJECT EXAMPLES</vt:lpstr>
      <vt:lpstr>Prolog: Critics</vt:lpstr>
      <vt:lpstr>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Интеллектуальные методы в системах управления</dc:title>
  <dc:creator>Igor</dc:creator>
  <cp:lastModifiedBy>Бессмертный Игорь Александрович</cp:lastModifiedBy>
  <cp:revision>140</cp:revision>
  <dcterms:created xsi:type="dcterms:W3CDTF">2010-03-06T06:59:50Z</dcterms:created>
  <dcterms:modified xsi:type="dcterms:W3CDTF">2025-09-01T14:26:13Z</dcterms:modified>
</cp:coreProperties>
</file>